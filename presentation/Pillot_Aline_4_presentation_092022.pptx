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76" r:id="rId4"/>
    <p:sldId id="361" r:id="rId5"/>
    <p:sldId id="339" r:id="rId6"/>
    <p:sldId id="340" r:id="rId7"/>
    <p:sldId id="356" r:id="rId8"/>
    <p:sldId id="319" r:id="rId9"/>
    <p:sldId id="364" r:id="rId10"/>
    <p:sldId id="345" r:id="rId11"/>
    <p:sldId id="354" r:id="rId12"/>
    <p:sldId id="363" r:id="rId13"/>
    <p:sldId id="341" r:id="rId14"/>
    <p:sldId id="365" r:id="rId15"/>
    <p:sldId id="348" r:id="rId16"/>
    <p:sldId id="349" r:id="rId17"/>
    <p:sldId id="350" r:id="rId18"/>
    <p:sldId id="351" r:id="rId19"/>
    <p:sldId id="366" r:id="rId20"/>
    <p:sldId id="352" r:id="rId21"/>
    <p:sldId id="353" r:id="rId22"/>
    <p:sldId id="362" r:id="rId23"/>
    <p:sldId id="359" r:id="rId24"/>
    <p:sldId id="358" r:id="rId25"/>
    <p:sldId id="360" r:id="rId26"/>
    <p:sldId id="343" r:id="rId27"/>
    <p:sldId id="344" r:id="rId28"/>
    <p:sldId id="302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4F7"/>
    <a:srgbClr val="4A653A"/>
    <a:srgbClr val="587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 varScale="1">
        <p:scale>
          <a:sx n="67" d="100"/>
          <a:sy n="67" d="100"/>
        </p:scale>
        <p:origin x="6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81C20A-41B1-46E9-AA08-8EFC97E0439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9AC3B60-1636-49A8-9D55-4C48E6859F0D}">
      <dgm:prSet/>
      <dgm:spPr/>
      <dgm:t>
        <a:bodyPr/>
        <a:lstStyle/>
        <a:p>
          <a:r>
            <a:rPr lang="fr-FR" dirty="0" err="1"/>
            <a:t>Recency</a:t>
          </a:r>
          <a:endParaRPr lang="fr-FR" dirty="0"/>
        </a:p>
      </dgm:t>
    </dgm:pt>
    <dgm:pt modelId="{C9FC9137-A975-43B7-8FC0-46C8826809D1}" type="parTrans" cxnId="{8996CD11-6ED0-441E-8783-AD6B358DEE87}">
      <dgm:prSet/>
      <dgm:spPr/>
      <dgm:t>
        <a:bodyPr/>
        <a:lstStyle/>
        <a:p>
          <a:endParaRPr lang="en-US"/>
        </a:p>
      </dgm:t>
    </dgm:pt>
    <dgm:pt modelId="{2B1C9165-5B64-465E-BA2D-4337F66B7DE5}" type="sibTrans" cxnId="{8996CD11-6ED0-441E-8783-AD6B358DEE87}">
      <dgm:prSet/>
      <dgm:spPr/>
      <dgm:t>
        <a:bodyPr/>
        <a:lstStyle/>
        <a:p>
          <a:endParaRPr lang="en-US"/>
        </a:p>
      </dgm:t>
    </dgm:pt>
    <dgm:pt modelId="{BE4DCA4C-3D01-4FB3-B5BF-F4F9E5410372}">
      <dgm:prSet/>
      <dgm:spPr/>
      <dgm:t>
        <a:bodyPr/>
        <a:lstStyle/>
        <a:p>
          <a:r>
            <a:rPr lang="fr-FR" dirty="0"/>
            <a:t>Timestamp of the last </a:t>
          </a:r>
          <a:r>
            <a:rPr lang="fr-FR" dirty="0" err="1"/>
            <a:t>order</a:t>
          </a:r>
          <a:endParaRPr lang="en-US" dirty="0"/>
        </a:p>
      </dgm:t>
    </dgm:pt>
    <dgm:pt modelId="{4DCC14BB-1DE2-43B5-B543-2EF5E7CE469F}" type="parTrans" cxnId="{D91B6521-4918-4487-8DA7-0244B2358EFF}">
      <dgm:prSet/>
      <dgm:spPr/>
      <dgm:t>
        <a:bodyPr/>
        <a:lstStyle/>
        <a:p>
          <a:endParaRPr lang="en-US"/>
        </a:p>
      </dgm:t>
    </dgm:pt>
    <dgm:pt modelId="{79D157F7-20AE-4860-8056-A42AE8EE24B3}" type="sibTrans" cxnId="{D91B6521-4918-4487-8DA7-0244B2358EFF}">
      <dgm:prSet/>
      <dgm:spPr/>
      <dgm:t>
        <a:bodyPr/>
        <a:lstStyle/>
        <a:p>
          <a:endParaRPr lang="en-US"/>
        </a:p>
      </dgm:t>
    </dgm:pt>
    <dgm:pt modelId="{6E6695F5-D3C0-4CF8-8E3D-5457A747D96A}">
      <dgm:prSet/>
      <dgm:spPr/>
      <dgm:t>
        <a:bodyPr/>
        <a:lstStyle/>
        <a:p>
          <a:r>
            <a:rPr lang="fr-FR" dirty="0"/>
            <a:t>Frequency</a:t>
          </a:r>
        </a:p>
      </dgm:t>
    </dgm:pt>
    <dgm:pt modelId="{A231DA1B-C3ED-40B8-B2A5-9C8C7F4B5CDF}" type="parTrans" cxnId="{F32B9045-C9E4-48A5-9DB3-65B3C66ECC8A}">
      <dgm:prSet/>
      <dgm:spPr/>
      <dgm:t>
        <a:bodyPr/>
        <a:lstStyle/>
        <a:p>
          <a:endParaRPr lang="en-US"/>
        </a:p>
      </dgm:t>
    </dgm:pt>
    <dgm:pt modelId="{1FBA9256-F46D-4C95-BF27-21D2AC20B387}" type="sibTrans" cxnId="{F32B9045-C9E4-48A5-9DB3-65B3C66ECC8A}">
      <dgm:prSet/>
      <dgm:spPr/>
      <dgm:t>
        <a:bodyPr/>
        <a:lstStyle/>
        <a:p>
          <a:endParaRPr lang="en-US"/>
        </a:p>
      </dgm:t>
    </dgm:pt>
    <dgm:pt modelId="{2302D254-9094-46C6-8908-53E6C5D8EB14}">
      <dgm:prSet/>
      <dgm:spPr/>
      <dgm:t>
        <a:bodyPr/>
        <a:lstStyle/>
        <a:p>
          <a:r>
            <a:rPr lang="fr-FR" dirty="0" err="1"/>
            <a:t>Number</a:t>
          </a:r>
          <a:r>
            <a:rPr lang="fr-FR" dirty="0"/>
            <a:t> of </a:t>
          </a:r>
          <a:r>
            <a:rPr lang="fr-FR" dirty="0" err="1"/>
            <a:t>orders</a:t>
          </a:r>
          <a:endParaRPr lang="en-US" dirty="0"/>
        </a:p>
      </dgm:t>
    </dgm:pt>
    <dgm:pt modelId="{C7AE4EFB-4E10-4CA1-8564-ABC10D52530F}" type="parTrans" cxnId="{F6104483-1C9E-41B8-9D7F-5066B1456C76}">
      <dgm:prSet/>
      <dgm:spPr/>
      <dgm:t>
        <a:bodyPr/>
        <a:lstStyle/>
        <a:p>
          <a:endParaRPr lang="en-US"/>
        </a:p>
      </dgm:t>
    </dgm:pt>
    <dgm:pt modelId="{222C4DA0-E556-40DA-A6FD-47378BB5099F}" type="sibTrans" cxnId="{F6104483-1C9E-41B8-9D7F-5066B1456C76}">
      <dgm:prSet/>
      <dgm:spPr/>
      <dgm:t>
        <a:bodyPr/>
        <a:lstStyle/>
        <a:p>
          <a:endParaRPr lang="en-US"/>
        </a:p>
      </dgm:t>
    </dgm:pt>
    <dgm:pt modelId="{78B1CA43-133A-4154-81CD-A54452309CE4}">
      <dgm:prSet/>
      <dgm:spPr/>
      <dgm:t>
        <a:bodyPr/>
        <a:lstStyle/>
        <a:p>
          <a:r>
            <a:rPr lang="fr-FR" dirty="0" err="1"/>
            <a:t>Monetary</a:t>
          </a:r>
          <a:endParaRPr lang="en-US" dirty="0"/>
        </a:p>
      </dgm:t>
    </dgm:pt>
    <dgm:pt modelId="{A20897F0-A34B-4AFD-9F51-8985C7E0EAA7}" type="parTrans" cxnId="{013282DD-59D3-40EA-9D45-180D18425A5C}">
      <dgm:prSet/>
      <dgm:spPr/>
      <dgm:t>
        <a:bodyPr/>
        <a:lstStyle/>
        <a:p>
          <a:endParaRPr lang="en-US"/>
        </a:p>
      </dgm:t>
    </dgm:pt>
    <dgm:pt modelId="{87F1A977-DDA7-41C9-AB10-0AC35676EB96}" type="sibTrans" cxnId="{013282DD-59D3-40EA-9D45-180D18425A5C}">
      <dgm:prSet/>
      <dgm:spPr/>
      <dgm:t>
        <a:bodyPr/>
        <a:lstStyle/>
        <a:p>
          <a:endParaRPr lang="en-US"/>
        </a:p>
      </dgm:t>
    </dgm:pt>
    <dgm:pt modelId="{B9072F21-C382-4FCB-BC02-470F629C7D0E}">
      <dgm:prSet/>
      <dgm:spPr/>
      <dgm:t>
        <a:bodyPr/>
        <a:lstStyle/>
        <a:p>
          <a:r>
            <a:rPr lang="fr-FR" dirty="0" err="1"/>
            <a:t>Sum</a:t>
          </a:r>
          <a:r>
            <a:rPr lang="fr-FR" dirty="0"/>
            <a:t> of </a:t>
          </a:r>
          <a:r>
            <a:rPr lang="fr-FR" dirty="0" err="1"/>
            <a:t>amount</a:t>
          </a:r>
          <a:r>
            <a:rPr lang="fr-FR" dirty="0"/>
            <a:t> of all </a:t>
          </a:r>
          <a:r>
            <a:rPr lang="fr-FR" dirty="0" err="1"/>
            <a:t>orders</a:t>
          </a:r>
          <a:endParaRPr lang="en-US" dirty="0"/>
        </a:p>
      </dgm:t>
    </dgm:pt>
    <dgm:pt modelId="{39AB9D90-E852-467A-87ED-84439BAA69AE}" type="parTrans" cxnId="{2B57AE60-F98A-47FF-AA8A-A79F1FD4B743}">
      <dgm:prSet/>
      <dgm:spPr/>
      <dgm:t>
        <a:bodyPr/>
        <a:lstStyle/>
        <a:p>
          <a:endParaRPr lang="en-US"/>
        </a:p>
      </dgm:t>
    </dgm:pt>
    <dgm:pt modelId="{83AC69A0-F72E-4F72-8F7C-A3DF7DAF47A7}" type="sibTrans" cxnId="{2B57AE60-F98A-47FF-AA8A-A79F1FD4B743}">
      <dgm:prSet/>
      <dgm:spPr/>
      <dgm:t>
        <a:bodyPr/>
        <a:lstStyle/>
        <a:p>
          <a:endParaRPr lang="en-US"/>
        </a:p>
      </dgm:t>
    </dgm:pt>
    <dgm:pt modelId="{EC2DE842-47CB-4DA1-8021-2EBD7FD7476C}">
      <dgm:prSet/>
      <dgm:spPr/>
      <dgm:t>
        <a:bodyPr/>
        <a:lstStyle/>
        <a:p>
          <a:r>
            <a:rPr lang="fr-FR" dirty="0"/>
            <a:t>Days </a:t>
          </a:r>
          <a:r>
            <a:rPr lang="fr-FR" dirty="0" err="1"/>
            <a:t>since</a:t>
          </a:r>
          <a:r>
            <a:rPr lang="fr-FR" dirty="0"/>
            <a:t> last </a:t>
          </a:r>
          <a:r>
            <a:rPr lang="fr-FR" dirty="0" err="1"/>
            <a:t>order</a:t>
          </a:r>
          <a:endParaRPr lang="fr-FR" dirty="0"/>
        </a:p>
        <a:p>
          <a:endParaRPr lang="en-US" dirty="0"/>
        </a:p>
      </dgm:t>
    </dgm:pt>
    <dgm:pt modelId="{6524907D-71E5-4544-8C6B-FB6084D5981D}" type="parTrans" cxnId="{5966626D-5B75-48B7-B26E-3B93A8A4C636}">
      <dgm:prSet/>
      <dgm:spPr/>
      <dgm:t>
        <a:bodyPr/>
        <a:lstStyle/>
        <a:p>
          <a:endParaRPr lang="fr-FR"/>
        </a:p>
      </dgm:t>
    </dgm:pt>
    <dgm:pt modelId="{CE62E17D-12DE-4E28-9E28-073088475EF1}" type="sibTrans" cxnId="{5966626D-5B75-48B7-B26E-3B93A8A4C636}">
      <dgm:prSet/>
      <dgm:spPr/>
      <dgm:t>
        <a:bodyPr/>
        <a:lstStyle/>
        <a:p>
          <a:endParaRPr lang="fr-FR"/>
        </a:p>
      </dgm:t>
    </dgm:pt>
    <dgm:pt modelId="{B26A53EF-A2A4-45C4-9377-190F93A090EB}" type="pres">
      <dgm:prSet presAssocID="{1581C20A-41B1-46E9-AA08-8EFC97E04394}" presName="linear" presStyleCnt="0">
        <dgm:presLayoutVars>
          <dgm:dir/>
          <dgm:animLvl val="lvl"/>
          <dgm:resizeHandles val="exact"/>
        </dgm:presLayoutVars>
      </dgm:prSet>
      <dgm:spPr/>
    </dgm:pt>
    <dgm:pt modelId="{D16C4986-1E83-4D0A-882F-DE19961D3F65}" type="pres">
      <dgm:prSet presAssocID="{A9AC3B60-1636-49A8-9D55-4C48E6859F0D}" presName="parentLin" presStyleCnt="0"/>
      <dgm:spPr/>
    </dgm:pt>
    <dgm:pt modelId="{8200EAC9-81CA-4057-B17F-595AE6F735A7}" type="pres">
      <dgm:prSet presAssocID="{A9AC3B60-1636-49A8-9D55-4C48E6859F0D}" presName="parentLeftMargin" presStyleLbl="node1" presStyleIdx="0" presStyleCnt="3"/>
      <dgm:spPr/>
    </dgm:pt>
    <dgm:pt modelId="{82C1EC19-8522-48C9-B3A8-CFF12A4F8443}" type="pres">
      <dgm:prSet presAssocID="{A9AC3B60-1636-49A8-9D55-4C48E6859F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966AA79-5AC8-4CD6-9E67-48E1FBADB267}" type="pres">
      <dgm:prSet presAssocID="{A9AC3B60-1636-49A8-9D55-4C48E6859F0D}" presName="negativeSpace" presStyleCnt="0"/>
      <dgm:spPr/>
    </dgm:pt>
    <dgm:pt modelId="{2139DFFE-8527-4BB1-AF96-1E221BF0601B}" type="pres">
      <dgm:prSet presAssocID="{A9AC3B60-1636-49A8-9D55-4C48E6859F0D}" presName="childText" presStyleLbl="conFgAcc1" presStyleIdx="0" presStyleCnt="3">
        <dgm:presLayoutVars>
          <dgm:bulletEnabled val="1"/>
        </dgm:presLayoutVars>
      </dgm:prSet>
      <dgm:spPr/>
    </dgm:pt>
    <dgm:pt modelId="{671123A3-80A7-4914-BE7E-D94E65FFAD15}" type="pres">
      <dgm:prSet presAssocID="{2B1C9165-5B64-465E-BA2D-4337F66B7DE5}" presName="spaceBetweenRectangles" presStyleCnt="0"/>
      <dgm:spPr/>
    </dgm:pt>
    <dgm:pt modelId="{646A3DA9-A1B4-421E-9539-45BB2C51D0F1}" type="pres">
      <dgm:prSet presAssocID="{6E6695F5-D3C0-4CF8-8E3D-5457A747D96A}" presName="parentLin" presStyleCnt="0"/>
      <dgm:spPr/>
    </dgm:pt>
    <dgm:pt modelId="{65D4F71D-8725-4E89-92AE-64696521ADB7}" type="pres">
      <dgm:prSet presAssocID="{6E6695F5-D3C0-4CF8-8E3D-5457A747D96A}" presName="parentLeftMargin" presStyleLbl="node1" presStyleIdx="0" presStyleCnt="3"/>
      <dgm:spPr/>
    </dgm:pt>
    <dgm:pt modelId="{DB6BA6C1-41EF-4F8F-B560-CC5BBD43FAF8}" type="pres">
      <dgm:prSet presAssocID="{6E6695F5-D3C0-4CF8-8E3D-5457A747D9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69A47E-4C3A-47FE-8EE9-5FE9A8BAEA1D}" type="pres">
      <dgm:prSet presAssocID="{6E6695F5-D3C0-4CF8-8E3D-5457A747D96A}" presName="negativeSpace" presStyleCnt="0"/>
      <dgm:spPr/>
    </dgm:pt>
    <dgm:pt modelId="{C819B7C5-CA62-4BE1-AD3E-EA988D97756C}" type="pres">
      <dgm:prSet presAssocID="{6E6695F5-D3C0-4CF8-8E3D-5457A747D96A}" presName="childText" presStyleLbl="conFgAcc1" presStyleIdx="1" presStyleCnt="3">
        <dgm:presLayoutVars>
          <dgm:bulletEnabled val="1"/>
        </dgm:presLayoutVars>
      </dgm:prSet>
      <dgm:spPr/>
    </dgm:pt>
    <dgm:pt modelId="{B1C3176F-9845-4371-B268-290CCCBE6971}" type="pres">
      <dgm:prSet presAssocID="{1FBA9256-F46D-4C95-BF27-21D2AC20B387}" presName="spaceBetweenRectangles" presStyleCnt="0"/>
      <dgm:spPr/>
    </dgm:pt>
    <dgm:pt modelId="{E8F8B169-C85B-4839-8B35-6EDF74493694}" type="pres">
      <dgm:prSet presAssocID="{78B1CA43-133A-4154-81CD-A54452309CE4}" presName="parentLin" presStyleCnt="0"/>
      <dgm:spPr/>
    </dgm:pt>
    <dgm:pt modelId="{3389DF70-E7DB-445B-8EE5-A90834D46286}" type="pres">
      <dgm:prSet presAssocID="{78B1CA43-133A-4154-81CD-A54452309CE4}" presName="parentLeftMargin" presStyleLbl="node1" presStyleIdx="1" presStyleCnt="3"/>
      <dgm:spPr/>
    </dgm:pt>
    <dgm:pt modelId="{9AA9A8B2-7074-4664-A5A0-55AA2EBC26F0}" type="pres">
      <dgm:prSet presAssocID="{78B1CA43-133A-4154-81CD-A54452309CE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3B6B29C-FF1F-422E-80BC-B3F3252DAA85}" type="pres">
      <dgm:prSet presAssocID="{78B1CA43-133A-4154-81CD-A54452309CE4}" presName="negativeSpace" presStyleCnt="0"/>
      <dgm:spPr/>
    </dgm:pt>
    <dgm:pt modelId="{2356BF61-B7D6-4233-97E4-DAEF301032D2}" type="pres">
      <dgm:prSet presAssocID="{78B1CA43-133A-4154-81CD-A54452309CE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996CD11-6ED0-441E-8783-AD6B358DEE87}" srcId="{1581C20A-41B1-46E9-AA08-8EFC97E04394}" destId="{A9AC3B60-1636-49A8-9D55-4C48E6859F0D}" srcOrd="0" destOrd="0" parTransId="{C9FC9137-A975-43B7-8FC0-46C8826809D1}" sibTransId="{2B1C9165-5B64-465E-BA2D-4337F66B7DE5}"/>
    <dgm:cxn modelId="{E481C21F-F261-4598-81E0-964E2C3FAB7B}" type="presOf" srcId="{2302D254-9094-46C6-8908-53E6C5D8EB14}" destId="{C819B7C5-CA62-4BE1-AD3E-EA988D97756C}" srcOrd="0" destOrd="0" presId="urn:microsoft.com/office/officeart/2005/8/layout/list1"/>
    <dgm:cxn modelId="{D91B6521-4918-4487-8DA7-0244B2358EFF}" srcId="{A9AC3B60-1636-49A8-9D55-4C48E6859F0D}" destId="{BE4DCA4C-3D01-4FB3-B5BF-F4F9E5410372}" srcOrd="0" destOrd="0" parTransId="{4DCC14BB-1DE2-43B5-B543-2EF5E7CE469F}" sibTransId="{79D157F7-20AE-4860-8056-A42AE8EE24B3}"/>
    <dgm:cxn modelId="{FA263529-2525-48A7-80C9-D0DCD1744FFC}" type="presOf" srcId="{78B1CA43-133A-4154-81CD-A54452309CE4}" destId="{3389DF70-E7DB-445B-8EE5-A90834D46286}" srcOrd="0" destOrd="0" presId="urn:microsoft.com/office/officeart/2005/8/layout/list1"/>
    <dgm:cxn modelId="{54194B39-1686-4F70-A410-2968AA39AD61}" type="presOf" srcId="{6E6695F5-D3C0-4CF8-8E3D-5457A747D96A}" destId="{65D4F71D-8725-4E89-92AE-64696521ADB7}" srcOrd="0" destOrd="0" presId="urn:microsoft.com/office/officeart/2005/8/layout/list1"/>
    <dgm:cxn modelId="{501D065D-E83F-48A5-A3B5-2119585C430E}" type="presOf" srcId="{BE4DCA4C-3D01-4FB3-B5BF-F4F9E5410372}" destId="{2139DFFE-8527-4BB1-AF96-1E221BF0601B}" srcOrd="0" destOrd="0" presId="urn:microsoft.com/office/officeart/2005/8/layout/list1"/>
    <dgm:cxn modelId="{2B57AE60-F98A-47FF-AA8A-A79F1FD4B743}" srcId="{78B1CA43-133A-4154-81CD-A54452309CE4}" destId="{B9072F21-C382-4FCB-BC02-470F629C7D0E}" srcOrd="0" destOrd="0" parTransId="{39AB9D90-E852-467A-87ED-84439BAA69AE}" sibTransId="{83AC69A0-F72E-4F72-8F7C-A3DF7DAF47A7}"/>
    <dgm:cxn modelId="{F32B9045-C9E4-48A5-9DB3-65B3C66ECC8A}" srcId="{1581C20A-41B1-46E9-AA08-8EFC97E04394}" destId="{6E6695F5-D3C0-4CF8-8E3D-5457A747D96A}" srcOrd="1" destOrd="0" parTransId="{A231DA1B-C3ED-40B8-B2A5-9C8C7F4B5CDF}" sibTransId="{1FBA9256-F46D-4C95-BF27-21D2AC20B387}"/>
    <dgm:cxn modelId="{5966626D-5B75-48B7-B26E-3B93A8A4C636}" srcId="{A9AC3B60-1636-49A8-9D55-4C48E6859F0D}" destId="{EC2DE842-47CB-4DA1-8021-2EBD7FD7476C}" srcOrd="1" destOrd="0" parTransId="{6524907D-71E5-4544-8C6B-FB6084D5981D}" sibTransId="{CE62E17D-12DE-4E28-9E28-073088475EF1}"/>
    <dgm:cxn modelId="{1E4B446D-8883-4D1D-873D-608E506B1EB3}" type="presOf" srcId="{A9AC3B60-1636-49A8-9D55-4C48E6859F0D}" destId="{82C1EC19-8522-48C9-B3A8-CFF12A4F8443}" srcOrd="1" destOrd="0" presId="urn:microsoft.com/office/officeart/2005/8/layout/list1"/>
    <dgm:cxn modelId="{F6104483-1C9E-41B8-9D7F-5066B1456C76}" srcId="{6E6695F5-D3C0-4CF8-8E3D-5457A747D96A}" destId="{2302D254-9094-46C6-8908-53E6C5D8EB14}" srcOrd="0" destOrd="0" parTransId="{C7AE4EFB-4E10-4CA1-8564-ABC10D52530F}" sibTransId="{222C4DA0-E556-40DA-A6FD-47378BB5099F}"/>
    <dgm:cxn modelId="{EE73CDA5-1635-42D6-B42B-6B837B02F64A}" type="presOf" srcId="{EC2DE842-47CB-4DA1-8021-2EBD7FD7476C}" destId="{2139DFFE-8527-4BB1-AF96-1E221BF0601B}" srcOrd="0" destOrd="1" presId="urn:microsoft.com/office/officeart/2005/8/layout/list1"/>
    <dgm:cxn modelId="{C78E20CE-1601-448D-BE20-4D2020DA2E72}" type="presOf" srcId="{1581C20A-41B1-46E9-AA08-8EFC97E04394}" destId="{B26A53EF-A2A4-45C4-9377-190F93A090EB}" srcOrd="0" destOrd="0" presId="urn:microsoft.com/office/officeart/2005/8/layout/list1"/>
    <dgm:cxn modelId="{DF85FED2-8678-4405-AA7C-93F09A31EFBA}" type="presOf" srcId="{6E6695F5-D3C0-4CF8-8E3D-5457A747D96A}" destId="{DB6BA6C1-41EF-4F8F-B560-CC5BBD43FAF8}" srcOrd="1" destOrd="0" presId="urn:microsoft.com/office/officeart/2005/8/layout/list1"/>
    <dgm:cxn modelId="{A9483CDB-7CBB-4149-A334-D2EBAC8F1367}" type="presOf" srcId="{B9072F21-C382-4FCB-BC02-470F629C7D0E}" destId="{2356BF61-B7D6-4233-97E4-DAEF301032D2}" srcOrd="0" destOrd="0" presId="urn:microsoft.com/office/officeart/2005/8/layout/list1"/>
    <dgm:cxn modelId="{013282DD-59D3-40EA-9D45-180D18425A5C}" srcId="{1581C20A-41B1-46E9-AA08-8EFC97E04394}" destId="{78B1CA43-133A-4154-81CD-A54452309CE4}" srcOrd="2" destOrd="0" parTransId="{A20897F0-A34B-4AFD-9F51-8985C7E0EAA7}" sibTransId="{87F1A977-DDA7-41C9-AB10-0AC35676EB96}"/>
    <dgm:cxn modelId="{676125F0-1743-4F60-A9E5-3004958092B8}" type="presOf" srcId="{A9AC3B60-1636-49A8-9D55-4C48E6859F0D}" destId="{8200EAC9-81CA-4057-B17F-595AE6F735A7}" srcOrd="0" destOrd="0" presId="urn:microsoft.com/office/officeart/2005/8/layout/list1"/>
    <dgm:cxn modelId="{FB3B83F1-C858-448B-A721-236A92108DA7}" type="presOf" srcId="{78B1CA43-133A-4154-81CD-A54452309CE4}" destId="{9AA9A8B2-7074-4664-A5A0-55AA2EBC26F0}" srcOrd="1" destOrd="0" presId="urn:microsoft.com/office/officeart/2005/8/layout/list1"/>
    <dgm:cxn modelId="{E8FE070E-7D44-4A7D-93C5-4C77BB018976}" type="presParOf" srcId="{B26A53EF-A2A4-45C4-9377-190F93A090EB}" destId="{D16C4986-1E83-4D0A-882F-DE19961D3F65}" srcOrd="0" destOrd="0" presId="urn:microsoft.com/office/officeart/2005/8/layout/list1"/>
    <dgm:cxn modelId="{697F2556-0D47-48AA-897C-EC9CCF2BF1E8}" type="presParOf" srcId="{D16C4986-1E83-4D0A-882F-DE19961D3F65}" destId="{8200EAC9-81CA-4057-B17F-595AE6F735A7}" srcOrd="0" destOrd="0" presId="urn:microsoft.com/office/officeart/2005/8/layout/list1"/>
    <dgm:cxn modelId="{F95DB8FC-FEEE-4656-B4BE-B76EEC682450}" type="presParOf" srcId="{D16C4986-1E83-4D0A-882F-DE19961D3F65}" destId="{82C1EC19-8522-48C9-B3A8-CFF12A4F8443}" srcOrd="1" destOrd="0" presId="urn:microsoft.com/office/officeart/2005/8/layout/list1"/>
    <dgm:cxn modelId="{90344E68-9C4F-4F16-9234-479C2CE63DAB}" type="presParOf" srcId="{B26A53EF-A2A4-45C4-9377-190F93A090EB}" destId="{6966AA79-5AC8-4CD6-9E67-48E1FBADB267}" srcOrd="1" destOrd="0" presId="urn:microsoft.com/office/officeart/2005/8/layout/list1"/>
    <dgm:cxn modelId="{70432AA8-C1B1-48DC-9EF7-097529F93DDA}" type="presParOf" srcId="{B26A53EF-A2A4-45C4-9377-190F93A090EB}" destId="{2139DFFE-8527-4BB1-AF96-1E221BF0601B}" srcOrd="2" destOrd="0" presId="urn:microsoft.com/office/officeart/2005/8/layout/list1"/>
    <dgm:cxn modelId="{D8899DD8-EDEC-49EC-98A2-83D7A075FDB1}" type="presParOf" srcId="{B26A53EF-A2A4-45C4-9377-190F93A090EB}" destId="{671123A3-80A7-4914-BE7E-D94E65FFAD15}" srcOrd="3" destOrd="0" presId="urn:microsoft.com/office/officeart/2005/8/layout/list1"/>
    <dgm:cxn modelId="{0E3763BB-0F94-4B63-B763-2C5B972A5703}" type="presParOf" srcId="{B26A53EF-A2A4-45C4-9377-190F93A090EB}" destId="{646A3DA9-A1B4-421E-9539-45BB2C51D0F1}" srcOrd="4" destOrd="0" presId="urn:microsoft.com/office/officeart/2005/8/layout/list1"/>
    <dgm:cxn modelId="{91BD2D44-CA0F-4FC8-8750-DF002DE5D613}" type="presParOf" srcId="{646A3DA9-A1B4-421E-9539-45BB2C51D0F1}" destId="{65D4F71D-8725-4E89-92AE-64696521ADB7}" srcOrd="0" destOrd="0" presId="urn:microsoft.com/office/officeart/2005/8/layout/list1"/>
    <dgm:cxn modelId="{960E730C-B264-49DA-B748-9625FFCDF7C9}" type="presParOf" srcId="{646A3DA9-A1B4-421E-9539-45BB2C51D0F1}" destId="{DB6BA6C1-41EF-4F8F-B560-CC5BBD43FAF8}" srcOrd="1" destOrd="0" presId="urn:microsoft.com/office/officeart/2005/8/layout/list1"/>
    <dgm:cxn modelId="{1FC4026D-6E91-45E0-A713-DA86DB19D86C}" type="presParOf" srcId="{B26A53EF-A2A4-45C4-9377-190F93A090EB}" destId="{CA69A47E-4C3A-47FE-8EE9-5FE9A8BAEA1D}" srcOrd="5" destOrd="0" presId="urn:microsoft.com/office/officeart/2005/8/layout/list1"/>
    <dgm:cxn modelId="{79CD4F92-3FCD-4A97-AECC-1825CF0EAF90}" type="presParOf" srcId="{B26A53EF-A2A4-45C4-9377-190F93A090EB}" destId="{C819B7C5-CA62-4BE1-AD3E-EA988D97756C}" srcOrd="6" destOrd="0" presId="urn:microsoft.com/office/officeart/2005/8/layout/list1"/>
    <dgm:cxn modelId="{E739D36A-FF59-436D-9681-FA6646D32FD8}" type="presParOf" srcId="{B26A53EF-A2A4-45C4-9377-190F93A090EB}" destId="{B1C3176F-9845-4371-B268-290CCCBE6971}" srcOrd="7" destOrd="0" presId="urn:microsoft.com/office/officeart/2005/8/layout/list1"/>
    <dgm:cxn modelId="{0AF564A4-1CB6-47BB-9161-51F1F8BCDDE0}" type="presParOf" srcId="{B26A53EF-A2A4-45C4-9377-190F93A090EB}" destId="{E8F8B169-C85B-4839-8B35-6EDF74493694}" srcOrd="8" destOrd="0" presId="urn:microsoft.com/office/officeart/2005/8/layout/list1"/>
    <dgm:cxn modelId="{A8DAF78C-6410-4F4F-A69A-EB01E1DF3797}" type="presParOf" srcId="{E8F8B169-C85B-4839-8B35-6EDF74493694}" destId="{3389DF70-E7DB-445B-8EE5-A90834D46286}" srcOrd="0" destOrd="0" presId="urn:microsoft.com/office/officeart/2005/8/layout/list1"/>
    <dgm:cxn modelId="{A8ADB9E8-6EA7-44E7-9965-A3CB80488798}" type="presParOf" srcId="{E8F8B169-C85B-4839-8B35-6EDF74493694}" destId="{9AA9A8B2-7074-4664-A5A0-55AA2EBC26F0}" srcOrd="1" destOrd="0" presId="urn:microsoft.com/office/officeart/2005/8/layout/list1"/>
    <dgm:cxn modelId="{0B0B9D56-DBA7-47D6-BE30-239E2E041025}" type="presParOf" srcId="{B26A53EF-A2A4-45C4-9377-190F93A090EB}" destId="{83B6B29C-FF1F-422E-80BC-B3F3252DAA85}" srcOrd="9" destOrd="0" presId="urn:microsoft.com/office/officeart/2005/8/layout/list1"/>
    <dgm:cxn modelId="{39926FF5-0B34-4356-B2F6-385BDE8F16C1}" type="presParOf" srcId="{B26A53EF-A2A4-45C4-9377-190F93A090EB}" destId="{2356BF61-B7D6-4233-97E4-DAEF301032D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DCCB6F-1F2D-4CA1-BDE8-56A7ABBB40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E13B2C-36B2-45E9-801F-BA64EE662DFF}">
      <dgm:prSet/>
      <dgm:spPr/>
      <dgm:t>
        <a:bodyPr/>
        <a:lstStyle/>
        <a:p>
          <a:r>
            <a:rPr lang="fr-FR" dirty="0" err="1"/>
            <a:t>Kmeans</a:t>
          </a:r>
          <a:endParaRPr lang="en-US" dirty="0"/>
        </a:p>
      </dgm:t>
    </dgm:pt>
    <dgm:pt modelId="{7C3EEB50-3BBC-4D07-BB10-0A46A6E681D4}" type="parTrans" cxnId="{2320ADA5-6D27-4723-9594-4CC29B22A61B}">
      <dgm:prSet/>
      <dgm:spPr/>
      <dgm:t>
        <a:bodyPr/>
        <a:lstStyle/>
        <a:p>
          <a:endParaRPr lang="en-US"/>
        </a:p>
      </dgm:t>
    </dgm:pt>
    <dgm:pt modelId="{AED4E39D-13FA-4D6C-8189-3B7D08E10A2E}" type="sibTrans" cxnId="{2320ADA5-6D27-4723-9594-4CC29B22A61B}">
      <dgm:prSet/>
      <dgm:spPr/>
      <dgm:t>
        <a:bodyPr/>
        <a:lstStyle/>
        <a:p>
          <a:endParaRPr lang="en-US"/>
        </a:p>
      </dgm:t>
    </dgm:pt>
    <dgm:pt modelId="{028A78E0-A1E5-44AC-BBC2-408DA95CA292}">
      <dgm:prSet/>
      <dgm:spPr/>
      <dgm:t>
        <a:bodyPr/>
        <a:lstStyle/>
        <a:p>
          <a:r>
            <a:rPr lang="fr-FR" dirty="0" err="1"/>
            <a:t>Centroïds</a:t>
          </a:r>
          <a:endParaRPr lang="en-US" dirty="0"/>
        </a:p>
      </dgm:t>
    </dgm:pt>
    <dgm:pt modelId="{5912044B-B12B-437B-9C9C-EA2F724D4F2A}" type="parTrans" cxnId="{DF949CDC-F325-413C-B38A-657FD4EB5C90}">
      <dgm:prSet/>
      <dgm:spPr/>
      <dgm:t>
        <a:bodyPr/>
        <a:lstStyle/>
        <a:p>
          <a:endParaRPr lang="en-US"/>
        </a:p>
      </dgm:t>
    </dgm:pt>
    <dgm:pt modelId="{606AA208-4F67-4537-A873-1CA73E4179BE}" type="sibTrans" cxnId="{DF949CDC-F325-413C-B38A-657FD4EB5C90}">
      <dgm:prSet/>
      <dgm:spPr/>
      <dgm:t>
        <a:bodyPr/>
        <a:lstStyle/>
        <a:p>
          <a:endParaRPr lang="en-US"/>
        </a:p>
      </dgm:t>
    </dgm:pt>
    <dgm:pt modelId="{CEA67928-C353-420B-8211-7C774C90F1AD}">
      <dgm:prSet/>
      <dgm:spPr/>
      <dgm:t>
        <a:bodyPr/>
        <a:lstStyle/>
        <a:p>
          <a:r>
            <a:rPr lang="fr-FR"/>
            <a:t>DBScan</a:t>
          </a:r>
          <a:endParaRPr lang="en-US"/>
        </a:p>
      </dgm:t>
    </dgm:pt>
    <dgm:pt modelId="{42A4F9A6-DBA0-4C84-8C86-6A44310937D5}" type="parTrans" cxnId="{3AFF0072-A03A-461C-B73B-8EF7DCC214E2}">
      <dgm:prSet/>
      <dgm:spPr/>
      <dgm:t>
        <a:bodyPr/>
        <a:lstStyle/>
        <a:p>
          <a:endParaRPr lang="en-US"/>
        </a:p>
      </dgm:t>
    </dgm:pt>
    <dgm:pt modelId="{C3A4690F-4922-4395-8FF6-E60A846AF531}" type="sibTrans" cxnId="{3AFF0072-A03A-461C-B73B-8EF7DCC214E2}">
      <dgm:prSet/>
      <dgm:spPr/>
      <dgm:t>
        <a:bodyPr/>
        <a:lstStyle/>
        <a:p>
          <a:endParaRPr lang="en-US"/>
        </a:p>
      </dgm:t>
    </dgm:pt>
    <dgm:pt modelId="{B97590F2-344D-4F01-9E71-9272FBFCFEC9}">
      <dgm:prSet/>
      <dgm:spPr/>
      <dgm:t>
        <a:bodyPr/>
        <a:lstStyle/>
        <a:p>
          <a:r>
            <a:rPr lang="fr-FR" dirty="0"/>
            <a:t>Density</a:t>
          </a:r>
          <a:endParaRPr lang="en-US" dirty="0"/>
        </a:p>
      </dgm:t>
    </dgm:pt>
    <dgm:pt modelId="{6B01911C-EBF1-4A8A-8F1D-5EFE4A2E9314}" type="parTrans" cxnId="{53EDAFB1-39BB-4F0E-A424-14F6BEC6942F}">
      <dgm:prSet/>
      <dgm:spPr/>
      <dgm:t>
        <a:bodyPr/>
        <a:lstStyle/>
        <a:p>
          <a:endParaRPr lang="en-US"/>
        </a:p>
      </dgm:t>
    </dgm:pt>
    <dgm:pt modelId="{F1EFBB32-2D1F-493E-872B-93ADD9BB08E7}" type="sibTrans" cxnId="{53EDAFB1-39BB-4F0E-A424-14F6BEC6942F}">
      <dgm:prSet/>
      <dgm:spPr/>
      <dgm:t>
        <a:bodyPr/>
        <a:lstStyle/>
        <a:p>
          <a:endParaRPr lang="en-US"/>
        </a:p>
      </dgm:t>
    </dgm:pt>
    <dgm:pt modelId="{BB27C2A4-799E-4E58-8BE3-E7627F7D8531}">
      <dgm:prSet/>
      <dgm:spPr/>
      <dgm:t>
        <a:bodyPr/>
        <a:lstStyle/>
        <a:p>
          <a:r>
            <a:rPr lang="fr-FR"/>
            <a:t>Hierarchical clustering</a:t>
          </a:r>
          <a:endParaRPr lang="en-US"/>
        </a:p>
      </dgm:t>
    </dgm:pt>
    <dgm:pt modelId="{5CC10771-0030-44B9-8B0F-2A825A21CCDF}" type="parTrans" cxnId="{15D6B2BD-75DB-440D-B228-143F0E739334}">
      <dgm:prSet/>
      <dgm:spPr/>
      <dgm:t>
        <a:bodyPr/>
        <a:lstStyle/>
        <a:p>
          <a:endParaRPr lang="en-US"/>
        </a:p>
      </dgm:t>
    </dgm:pt>
    <dgm:pt modelId="{94AC871D-A584-4272-AD01-94667D1E7796}" type="sibTrans" cxnId="{15D6B2BD-75DB-440D-B228-143F0E739334}">
      <dgm:prSet/>
      <dgm:spPr/>
      <dgm:t>
        <a:bodyPr/>
        <a:lstStyle/>
        <a:p>
          <a:endParaRPr lang="en-US"/>
        </a:p>
      </dgm:t>
    </dgm:pt>
    <dgm:pt modelId="{2CDB5296-4E9C-47D7-9475-BCE87D2CA114}">
      <dgm:prSet/>
      <dgm:spPr/>
      <dgm:t>
        <a:bodyPr/>
        <a:lstStyle/>
        <a:p>
          <a:r>
            <a:rPr lang="fr-FR" dirty="0" err="1"/>
            <a:t>Nested</a:t>
          </a:r>
          <a:r>
            <a:rPr lang="fr-FR" dirty="0"/>
            <a:t> clusters</a:t>
          </a:r>
          <a:endParaRPr lang="en-US" dirty="0"/>
        </a:p>
      </dgm:t>
    </dgm:pt>
    <dgm:pt modelId="{743E370E-7191-4E48-9412-BBA7495308C4}" type="parTrans" cxnId="{104B4987-072C-4306-BA92-7929C3494CC2}">
      <dgm:prSet/>
      <dgm:spPr/>
      <dgm:t>
        <a:bodyPr/>
        <a:lstStyle/>
        <a:p>
          <a:endParaRPr lang="en-US"/>
        </a:p>
      </dgm:t>
    </dgm:pt>
    <dgm:pt modelId="{CD6F3F34-D1B6-425A-B4A2-FD468F9F1715}" type="sibTrans" cxnId="{104B4987-072C-4306-BA92-7929C3494CC2}">
      <dgm:prSet/>
      <dgm:spPr/>
      <dgm:t>
        <a:bodyPr/>
        <a:lstStyle/>
        <a:p>
          <a:endParaRPr lang="en-US"/>
        </a:p>
      </dgm:t>
    </dgm:pt>
    <dgm:pt modelId="{CF5406E5-D749-4487-BC87-8BD5E41ED7F1}" type="pres">
      <dgm:prSet presAssocID="{0EDCCB6F-1F2D-4CA1-BDE8-56A7ABBB4008}" presName="root" presStyleCnt="0">
        <dgm:presLayoutVars>
          <dgm:dir/>
          <dgm:resizeHandles val="exact"/>
        </dgm:presLayoutVars>
      </dgm:prSet>
      <dgm:spPr/>
    </dgm:pt>
    <dgm:pt modelId="{131D2559-0FA1-4936-8613-980D83FC936A}" type="pres">
      <dgm:prSet presAssocID="{E7E13B2C-36B2-45E9-801F-BA64EE662DFF}" presName="compNode" presStyleCnt="0"/>
      <dgm:spPr/>
    </dgm:pt>
    <dgm:pt modelId="{2F1326A2-5734-4029-8435-C57A54C79E9B}" type="pres">
      <dgm:prSet presAssocID="{E7E13B2C-36B2-45E9-801F-BA64EE662DFF}" presName="bgRect" presStyleLbl="bgShp" presStyleIdx="0" presStyleCnt="3"/>
      <dgm:spPr/>
    </dgm:pt>
    <dgm:pt modelId="{212161ED-3C2B-4242-B705-A426F5D6780F}" type="pres">
      <dgm:prSet presAssocID="{E7E13B2C-36B2-45E9-801F-BA64EE662D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seau avec un remplissage uni"/>
        </a:ext>
      </dgm:extLst>
    </dgm:pt>
    <dgm:pt modelId="{199E66F0-7628-4236-A8E9-DE7FB055AFC1}" type="pres">
      <dgm:prSet presAssocID="{E7E13B2C-36B2-45E9-801F-BA64EE662DFF}" presName="spaceRect" presStyleCnt="0"/>
      <dgm:spPr/>
    </dgm:pt>
    <dgm:pt modelId="{2F5C8684-B4AE-4EF7-A3A5-F4541D65B177}" type="pres">
      <dgm:prSet presAssocID="{E7E13B2C-36B2-45E9-801F-BA64EE662DFF}" presName="parTx" presStyleLbl="revTx" presStyleIdx="0" presStyleCnt="6">
        <dgm:presLayoutVars>
          <dgm:chMax val="0"/>
          <dgm:chPref val="0"/>
        </dgm:presLayoutVars>
      </dgm:prSet>
      <dgm:spPr/>
    </dgm:pt>
    <dgm:pt modelId="{9D8FE13D-E531-4F52-8AF1-B6B2123290AA}" type="pres">
      <dgm:prSet presAssocID="{E7E13B2C-36B2-45E9-801F-BA64EE662DFF}" presName="desTx" presStyleLbl="revTx" presStyleIdx="1" presStyleCnt="6">
        <dgm:presLayoutVars/>
      </dgm:prSet>
      <dgm:spPr/>
    </dgm:pt>
    <dgm:pt modelId="{633575E0-7298-4361-A933-F183CB8A4160}" type="pres">
      <dgm:prSet presAssocID="{AED4E39D-13FA-4D6C-8189-3B7D08E10A2E}" presName="sibTrans" presStyleCnt="0"/>
      <dgm:spPr/>
    </dgm:pt>
    <dgm:pt modelId="{FE0A9123-AFF8-4C22-BEA1-577EB3D04012}" type="pres">
      <dgm:prSet presAssocID="{CEA67928-C353-420B-8211-7C774C90F1AD}" presName="compNode" presStyleCnt="0"/>
      <dgm:spPr/>
    </dgm:pt>
    <dgm:pt modelId="{7DBFED4B-F916-436F-B6BB-A5B35A6BE95B}" type="pres">
      <dgm:prSet presAssocID="{CEA67928-C353-420B-8211-7C774C90F1AD}" presName="bgRect" presStyleLbl="bgShp" presStyleIdx="1" presStyleCnt="3"/>
      <dgm:spPr/>
    </dgm:pt>
    <dgm:pt modelId="{CA0FDB4E-7799-4346-83D7-40654558E0DA}" type="pres">
      <dgm:prSet presAssocID="{CEA67928-C353-420B-8211-7C774C90F1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es avec un remplissage uni"/>
        </a:ext>
      </dgm:extLst>
    </dgm:pt>
    <dgm:pt modelId="{9C56F29C-BB3D-4BD6-977F-295987D39013}" type="pres">
      <dgm:prSet presAssocID="{CEA67928-C353-420B-8211-7C774C90F1AD}" presName="spaceRect" presStyleCnt="0"/>
      <dgm:spPr/>
    </dgm:pt>
    <dgm:pt modelId="{887795E4-9008-47DE-AE8C-7E6FF5B29E09}" type="pres">
      <dgm:prSet presAssocID="{CEA67928-C353-420B-8211-7C774C90F1AD}" presName="parTx" presStyleLbl="revTx" presStyleIdx="2" presStyleCnt="6">
        <dgm:presLayoutVars>
          <dgm:chMax val="0"/>
          <dgm:chPref val="0"/>
        </dgm:presLayoutVars>
      </dgm:prSet>
      <dgm:spPr/>
    </dgm:pt>
    <dgm:pt modelId="{327269F4-576D-4BE3-8220-B15DBB685EAB}" type="pres">
      <dgm:prSet presAssocID="{CEA67928-C353-420B-8211-7C774C90F1AD}" presName="desTx" presStyleLbl="revTx" presStyleIdx="3" presStyleCnt="6">
        <dgm:presLayoutVars/>
      </dgm:prSet>
      <dgm:spPr/>
    </dgm:pt>
    <dgm:pt modelId="{61DDBD67-D832-4A48-AD34-84EEA0638D5A}" type="pres">
      <dgm:prSet presAssocID="{C3A4690F-4922-4395-8FF6-E60A846AF531}" presName="sibTrans" presStyleCnt="0"/>
      <dgm:spPr/>
    </dgm:pt>
    <dgm:pt modelId="{E71734CD-AF9B-4BA4-BA59-ABB3135A3E62}" type="pres">
      <dgm:prSet presAssocID="{BB27C2A4-799E-4E58-8BE3-E7627F7D8531}" presName="compNode" presStyleCnt="0"/>
      <dgm:spPr/>
    </dgm:pt>
    <dgm:pt modelId="{D39493DC-5992-4536-A5CC-13E8CE59D676}" type="pres">
      <dgm:prSet presAssocID="{BB27C2A4-799E-4E58-8BE3-E7627F7D8531}" presName="bgRect" presStyleLbl="bgShp" presStyleIdx="2" presStyleCnt="3"/>
      <dgm:spPr/>
    </dgm:pt>
    <dgm:pt modelId="{89B2455E-C119-476A-8397-C3F9D55F1C7A}" type="pres">
      <dgm:prSet presAssocID="{BB27C2A4-799E-4E58-8BE3-E7627F7D85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64D62A64-14BE-4E17-A5E6-67C0DB190AFE}" type="pres">
      <dgm:prSet presAssocID="{BB27C2A4-799E-4E58-8BE3-E7627F7D8531}" presName="spaceRect" presStyleCnt="0"/>
      <dgm:spPr/>
    </dgm:pt>
    <dgm:pt modelId="{FDCDF60B-EDFA-4721-B4AC-5FA0EF4258B5}" type="pres">
      <dgm:prSet presAssocID="{BB27C2A4-799E-4E58-8BE3-E7627F7D8531}" presName="parTx" presStyleLbl="revTx" presStyleIdx="4" presStyleCnt="6">
        <dgm:presLayoutVars>
          <dgm:chMax val="0"/>
          <dgm:chPref val="0"/>
        </dgm:presLayoutVars>
      </dgm:prSet>
      <dgm:spPr/>
    </dgm:pt>
    <dgm:pt modelId="{9B6BEA2C-197E-4E3C-A562-CA312E866DBF}" type="pres">
      <dgm:prSet presAssocID="{BB27C2A4-799E-4E58-8BE3-E7627F7D8531}" presName="desTx" presStyleLbl="revTx" presStyleIdx="5" presStyleCnt="6">
        <dgm:presLayoutVars/>
      </dgm:prSet>
      <dgm:spPr/>
    </dgm:pt>
  </dgm:ptLst>
  <dgm:cxnLst>
    <dgm:cxn modelId="{82C6F90F-98B4-4E9B-94DB-EC0949A6CDD3}" type="presOf" srcId="{E7E13B2C-36B2-45E9-801F-BA64EE662DFF}" destId="{2F5C8684-B4AE-4EF7-A3A5-F4541D65B177}" srcOrd="0" destOrd="0" presId="urn:microsoft.com/office/officeart/2018/2/layout/IconVerticalSolidList"/>
    <dgm:cxn modelId="{7DCBDE61-62B2-4B42-8D65-0E68642AE25E}" type="presOf" srcId="{CEA67928-C353-420B-8211-7C774C90F1AD}" destId="{887795E4-9008-47DE-AE8C-7E6FF5B29E09}" srcOrd="0" destOrd="0" presId="urn:microsoft.com/office/officeart/2018/2/layout/IconVerticalSolidList"/>
    <dgm:cxn modelId="{3AFF0072-A03A-461C-B73B-8EF7DCC214E2}" srcId="{0EDCCB6F-1F2D-4CA1-BDE8-56A7ABBB4008}" destId="{CEA67928-C353-420B-8211-7C774C90F1AD}" srcOrd="1" destOrd="0" parTransId="{42A4F9A6-DBA0-4C84-8C86-6A44310937D5}" sibTransId="{C3A4690F-4922-4395-8FF6-E60A846AF531}"/>
    <dgm:cxn modelId="{38B9CD72-A6AC-4662-9BAB-62AC265D14D6}" type="presOf" srcId="{028A78E0-A1E5-44AC-BBC2-408DA95CA292}" destId="{9D8FE13D-E531-4F52-8AF1-B6B2123290AA}" srcOrd="0" destOrd="0" presId="urn:microsoft.com/office/officeart/2018/2/layout/IconVerticalSolidList"/>
    <dgm:cxn modelId="{B6D50B81-DB62-4AC5-9277-BDFE33FE4455}" type="presOf" srcId="{0EDCCB6F-1F2D-4CA1-BDE8-56A7ABBB4008}" destId="{CF5406E5-D749-4487-BC87-8BD5E41ED7F1}" srcOrd="0" destOrd="0" presId="urn:microsoft.com/office/officeart/2018/2/layout/IconVerticalSolidList"/>
    <dgm:cxn modelId="{2A76A386-1740-4CA6-8F99-E485470515A3}" type="presOf" srcId="{2CDB5296-4E9C-47D7-9475-BCE87D2CA114}" destId="{9B6BEA2C-197E-4E3C-A562-CA312E866DBF}" srcOrd="0" destOrd="0" presId="urn:microsoft.com/office/officeart/2018/2/layout/IconVerticalSolidList"/>
    <dgm:cxn modelId="{104B4987-072C-4306-BA92-7929C3494CC2}" srcId="{BB27C2A4-799E-4E58-8BE3-E7627F7D8531}" destId="{2CDB5296-4E9C-47D7-9475-BCE87D2CA114}" srcOrd="0" destOrd="0" parTransId="{743E370E-7191-4E48-9412-BBA7495308C4}" sibTransId="{CD6F3F34-D1B6-425A-B4A2-FD468F9F1715}"/>
    <dgm:cxn modelId="{A370F3A1-0A0E-485F-B472-992C3468FCC3}" type="presOf" srcId="{BB27C2A4-799E-4E58-8BE3-E7627F7D8531}" destId="{FDCDF60B-EDFA-4721-B4AC-5FA0EF4258B5}" srcOrd="0" destOrd="0" presId="urn:microsoft.com/office/officeart/2018/2/layout/IconVerticalSolidList"/>
    <dgm:cxn modelId="{2320ADA5-6D27-4723-9594-4CC29B22A61B}" srcId="{0EDCCB6F-1F2D-4CA1-BDE8-56A7ABBB4008}" destId="{E7E13B2C-36B2-45E9-801F-BA64EE662DFF}" srcOrd="0" destOrd="0" parTransId="{7C3EEB50-3BBC-4D07-BB10-0A46A6E681D4}" sibTransId="{AED4E39D-13FA-4D6C-8189-3B7D08E10A2E}"/>
    <dgm:cxn modelId="{53EDAFB1-39BB-4F0E-A424-14F6BEC6942F}" srcId="{CEA67928-C353-420B-8211-7C774C90F1AD}" destId="{B97590F2-344D-4F01-9E71-9272FBFCFEC9}" srcOrd="0" destOrd="0" parTransId="{6B01911C-EBF1-4A8A-8F1D-5EFE4A2E9314}" sibTransId="{F1EFBB32-2D1F-493E-872B-93ADD9BB08E7}"/>
    <dgm:cxn modelId="{15D6B2BD-75DB-440D-B228-143F0E739334}" srcId="{0EDCCB6F-1F2D-4CA1-BDE8-56A7ABBB4008}" destId="{BB27C2A4-799E-4E58-8BE3-E7627F7D8531}" srcOrd="2" destOrd="0" parTransId="{5CC10771-0030-44B9-8B0F-2A825A21CCDF}" sibTransId="{94AC871D-A584-4272-AD01-94667D1E7796}"/>
    <dgm:cxn modelId="{205D1CC3-A3EA-4664-A669-95E7C6F31E33}" type="presOf" srcId="{B97590F2-344D-4F01-9E71-9272FBFCFEC9}" destId="{327269F4-576D-4BE3-8220-B15DBB685EAB}" srcOrd="0" destOrd="0" presId="urn:microsoft.com/office/officeart/2018/2/layout/IconVerticalSolidList"/>
    <dgm:cxn modelId="{DF949CDC-F325-413C-B38A-657FD4EB5C90}" srcId="{E7E13B2C-36B2-45E9-801F-BA64EE662DFF}" destId="{028A78E0-A1E5-44AC-BBC2-408DA95CA292}" srcOrd="0" destOrd="0" parTransId="{5912044B-B12B-437B-9C9C-EA2F724D4F2A}" sibTransId="{606AA208-4F67-4537-A873-1CA73E4179BE}"/>
    <dgm:cxn modelId="{CAE8881D-03D2-4058-8615-D9E8B5D8B949}" type="presParOf" srcId="{CF5406E5-D749-4487-BC87-8BD5E41ED7F1}" destId="{131D2559-0FA1-4936-8613-980D83FC936A}" srcOrd="0" destOrd="0" presId="urn:microsoft.com/office/officeart/2018/2/layout/IconVerticalSolidList"/>
    <dgm:cxn modelId="{22A08202-BC45-4CA8-84AF-6475B66FAD05}" type="presParOf" srcId="{131D2559-0FA1-4936-8613-980D83FC936A}" destId="{2F1326A2-5734-4029-8435-C57A54C79E9B}" srcOrd="0" destOrd="0" presId="urn:microsoft.com/office/officeart/2018/2/layout/IconVerticalSolidList"/>
    <dgm:cxn modelId="{A95F72EC-6D7E-4341-9531-7122DD05F95C}" type="presParOf" srcId="{131D2559-0FA1-4936-8613-980D83FC936A}" destId="{212161ED-3C2B-4242-B705-A426F5D6780F}" srcOrd="1" destOrd="0" presId="urn:microsoft.com/office/officeart/2018/2/layout/IconVerticalSolidList"/>
    <dgm:cxn modelId="{AAC7AC8D-1441-49DB-B8C8-2ECDFA66895D}" type="presParOf" srcId="{131D2559-0FA1-4936-8613-980D83FC936A}" destId="{199E66F0-7628-4236-A8E9-DE7FB055AFC1}" srcOrd="2" destOrd="0" presId="urn:microsoft.com/office/officeart/2018/2/layout/IconVerticalSolidList"/>
    <dgm:cxn modelId="{3F70C818-7DBB-4F2D-A291-D3D6A432773D}" type="presParOf" srcId="{131D2559-0FA1-4936-8613-980D83FC936A}" destId="{2F5C8684-B4AE-4EF7-A3A5-F4541D65B177}" srcOrd="3" destOrd="0" presId="urn:microsoft.com/office/officeart/2018/2/layout/IconVerticalSolidList"/>
    <dgm:cxn modelId="{CD81B091-8276-46EE-B7FC-FF321EE4BE86}" type="presParOf" srcId="{131D2559-0FA1-4936-8613-980D83FC936A}" destId="{9D8FE13D-E531-4F52-8AF1-B6B2123290AA}" srcOrd="4" destOrd="0" presId="urn:microsoft.com/office/officeart/2018/2/layout/IconVerticalSolidList"/>
    <dgm:cxn modelId="{9BD5847F-36CE-4E36-AE93-1C4C6C5213D4}" type="presParOf" srcId="{CF5406E5-D749-4487-BC87-8BD5E41ED7F1}" destId="{633575E0-7298-4361-A933-F183CB8A4160}" srcOrd="1" destOrd="0" presId="urn:microsoft.com/office/officeart/2018/2/layout/IconVerticalSolidList"/>
    <dgm:cxn modelId="{D81087D2-4D8C-440A-AC58-ABEEFF1252E2}" type="presParOf" srcId="{CF5406E5-D749-4487-BC87-8BD5E41ED7F1}" destId="{FE0A9123-AFF8-4C22-BEA1-577EB3D04012}" srcOrd="2" destOrd="0" presId="urn:microsoft.com/office/officeart/2018/2/layout/IconVerticalSolidList"/>
    <dgm:cxn modelId="{F8A1B5C5-3514-4470-A591-1CD99402978D}" type="presParOf" srcId="{FE0A9123-AFF8-4C22-BEA1-577EB3D04012}" destId="{7DBFED4B-F916-436F-B6BB-A5B35A6BE95B}" srcOrd="0" destOrd="0" presId="urn:microsoft.com/office/officeart/2018/2/layout/IconVerticalSolidList"/>
    <dgm:cxn modelId="{216BBA2C-81C7-46FA-8CBA-63B56EB519E1}" type="presParOf" srcId="{FE0A9123-AFF8-4C22-BEA1-577EB3D04012}" destId="{CA0FDB4E-7799-4346-83D7-40654558E0DA}" srcOrd="1" destOrd="0" presId="urn:microsoft.com/office/officeart/2018/2/layout/IconVerticalSolidList"/>
    <dgm:cxn modelId="{E0B7820D-CA3E-4805-9A53-0B1778C00C98}" type="presParOf" srcId="{FE0A9123-AFF8-4C22-BEA1-577EB3D04012}" destId="{9C56F29C-BB3D-4BD6-977F-295987D39013}" srcOrd="2" destOrd="0" presId="urn:microsoft.com/office/officeart/2018/2/layout/IconVerticalSolidList"/>
    <dgm:cxn modelId="{B161E21E-B4A8-488E-B3B0-F60F8751B22F}" type="presParOf" srcId="{FE0A9123-AFF8-4C22-BEA1-577EB3D04012}" destId="{887795E4-9008-47DE-AE8C-7E6FF5B29E09}" srcOrd="3" destOrd="0" presId="urn:microsoft.com/office/officeart/2018/2/layout/IconVerticalSolidList"/>
    <dgm:cxn modelId="{9F5A42BA-E2CB-4701-A10F-C0F543445A41}" type="presParOf" srcId="{FE0A9123-AFF8-4C22-BEA1-577EB3D04012}" destId="{327269F4-576D-4BE3-8220-B15DBB685EAB}" srcOrd="4" destOrd="0" presId="urn:microsoft.com/office/officeart/2018/2/layout/IconVerticalSolidList"/>
    <dgm:cxn modelId="{21CC994A-7170-4094-B93C-57BB04A9D46D}" type="presParOf" srcId="{CF5406E5-D749-4487-BC87-8BD5E41ED7F1}" destId="{61DDBD67-D832-4A48-AD34-84EEA0638D5A}" srcOrd="3" destOrd="0" presId="urn:microsoft.com/office/officeart/2018/2/layout/IconVerticalSolidList"/>
    <dgm:cxn modelId="{7F419AFC-79D5-4467-A900-A077C3493F65}" type="presParOf" srcId="{CF5406E5-D749-4487-BC87-8BD5E41ED7F1}" destId="{E71734CD-AF9B-4BA4-BA59-ABB3135A3E62}" srcOrd="4" destOrd="0" presId="urn:microsoft.com/office/officeart/2018/2/layout/IconVerticalSolidList"/>
    <dgm:cxn modelId="{4897ECC9-7C79-40B0-B077-F831D23F5169}" type="presParOf" srcId="{E71734CD-AF9B-4BA4-BA59-ABB3135A3E62}" destId="{D39493DC-5992-4536-A5CC-13E8CE59D676}" srcOrd="0" destOrd="0" presId="urn:microsoft.com/office/officeart/2018/2/layout/IconVerticalSolidList"/>
    <dgm:cxn modelId="{0CB00847-13EB-4718-AB94-A1A79DB89699}" type="presParOf" srcId="{E71734CD-AF9B-4BA4-BA59-ABB3135A3E62}" destId="{89B2455E-C119-476A-8397-C3F9D55F1C7A}" srcOrd="1" destOrd="0" presId="urn:microsoft.com/office/officeart/2018/2/layout/IconVerticalSolidList"/>
    <dgm:cxn modelId="{8B946108-F95B-4530-A96D-681BE61432C1}" type="presParOf" srcId="{E71734CD-AF9B-4BA4-BA59-ABB3135A3E62}" destId="{64D62A64-14BE-4E17-A5E6-67C0DB190AFE}" srcOrd="2" destOrd="0" presId="urn:microsoft.com/office/officeart/2018/2/layout/IconVerticalSolidList"/>
    <dgm:cxn modelId="{7B169DBE-BFE9-4D7C-99E4-75659A437A52}" type="presParOf" srcId="{E71734CD-AF9B-4BA4-BA59-ABB3135A3E62}" destId="{FDCDF60B-EDFA-4721-B4AC-5FA0EF4258B5}" srcOrd="3" destOrd="0" presId="urn:microsoft.com/office/officeart/2018/2/layout/IconVerticalSolidList"/>
    <dgm:cxn modelId="{2C42FE47-92FC-4B8E-BC1B-81410E3E0FE5}" type="presParOf" srcId="{E71734CD-AF9B-4BA4-BA59-ABB3135A3E62}" destId="{9B6BEA2C-197E-4E3C-A562-CA312E866DB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F19519-FF5F-4822-BAD6-BBBBC1464E9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DABC26C-00F3-411E-B67C-2CAF3DA1BC61}">
      <dgm:prSet phldrT="[Texte]"/>
      <dgm:spPr/>
      <dgm:t>
        <a:bodyPr/>
        <a:lstStyle/>
        <a:p>
          <a:r>
            <a:rPr lang="fr-FR" dirty="0"/>
            <a:t>Date_0</a:t>
          </a:r>
        </a:p>
      </dgm:t>
    </dgm:pt>
    <dgm:pt modelId="{78C04A10-D488-4DAD-8870-9C93C2415552}" type="parTrans" cxnId="{0063A5F4-5D04-4864-9359-6802CB4D3CE1}">
      <dgm:prSet/>
      <dgm:spPr/>
      <dgm:t>
        <a:bodyPr/>
        <a:lstStyle/>
        <a:p>
          <a:endParaRPr lang="fr-FR"/>
        </a:p>
      </dgm:t>
    </dgm:pt>
    <dgm:pt modelId="{B20E6D9A-732F-4A99-ADCA-0B7500629FB7}" type="sibTrans" cxnId="{0063A5F4-5D04-4864-9359-6802CB4D3CE1}">
      <dgm:prSet/>
      <dgm:spPr/>
      <dgm:t>
        <a:bodyPr/>
        <a:lstStyle/>
        <a:p>
          <a:endParaRPr lang="fr-FR"/>
        </a:p>
      </dgm:t>
    </dgm:pt>
    <dgm:pt modelId="{661E7D0D-C43E-4208-ADB7-22757F327F9F}">
      <dgm:prSet phldrT="[Texte]"/>
      <dgm:spPr/>
      <dgm:t>
        <a:bodyPr/>
        <a:lstStyle/>
        <a:p>
          <a:r>
            <a:rPr lang="fr-FR" dirty="0"/>
            <a:t>Date_1</a:t>
          </a:r>
        </a:p>
      </dgm:t>
    </dgm:pt>
    <dgm:pt modelId="{2957315C-6773-4D54-85B1-0D7733F89E82}" type="parTrans" cxnId="{D671AD9B-8522-40DE-AE14-2271564FACC9}">
      <dgm:prSet/>
      <dgm:spPr/>
      <dgm:t>
        <a:bodyPr/>
        <a:lstStyle/>
        <a:p>
          <a:endParaRPr lang="fr-FR"/>
        </a:p>
      </dgm:t>
    </dgm:pt>
    <dgm:pt modelId="{3C8B7061-AC70-4D9F-9DFE-6B9AA7FDD1EF}" type="sibTrans" cxnId="{D671AD9B-8522-40DE-AE14-2271564FACC9}">
      <dgm:prSet/>
      <dgm:spPr/>
      <dgm:t>
        <a:bodyPr/>
        <a:lstStyle/>
        <a:p>
          <a:endParaRPr lang="fr-FR"/>
        </a:p>
      </dgm:t>
    </dgm:pt>
    <dgm:pt modelId="{5ED96022-A8AB-429D-9A3F-9DDAFA81BECE}">
      <dgm:prSet phldrT="[Texte]"/>
      <dgm:spPr/>
      <dgm:t>
        <a:bodyPr/>
        <a:lstStyle/>
        <a:p>
          <a:r>
            <a:rPr lang="fr-FR" dirty="0"/>
            <a:t>Date_2</a:t>
          </a:r>
        </a:p>
      </dgm:t>
    </dgm:pt>
    <dgm:pt modelId="{9B583505-2FF6-4ECF-B1B2-C1FCC458B4DA}" type="parTrans" cxnId="{513AC3E9-A22A-43AE-A0FF-339C4F471B4E}">
      <dgm:prSet/>
      <dgm:spPr/>
      <dgm:t>
        <a:bodyPr/>
        <a:lstStyle/>
        <a:p>
          <a:endParaRPr lang="fr-FR"/>
        </a:p>
      </dgm:t>
    </dgm:pt>
    <dgm:pt modelId="{A6062014-AB3E-41C4-B16E-098BF8F66693}" type="sibTrans" cxnId="{513AC3E9-A22A-43AE-A0FF-339C4F471B4E}">
      <dgm:prSet/>
      <dgm:spPr/>
      <dgm:t>
        <a:bodyPr/>
        <a:lstStyle/>
        <a:p>
          <a:endParaRPr lang="fr-FR"/>
        </a:p>
      </dgm:t>
    </dgm:pt>
    <dgm:pt modelId="{F1E7DF77-3612-47B3-A1AC-80E265B5DA11}" type="pres">
      <dgm:prSet presAssocID="{79F19519-FF5F-4822-BAD6-BBBBC1464E94}" presName="Name0" presStyleCnt="0">
        <dgm:presLayoutVars>
          <dgm:dir/>
          <dgm:resizeHandles val="exact"/>
        </dgm:presLayoutVars>
      </dgm:prSet>
      <dgm:spPr/>
    </dgm:pt>
    <dgm:pt modelId="{673EFCA2-0D6C-4D7C-B1A3-AFF41B93DEF6}" type="pres">
      <dgm:prSet presAssocID="{1DABC26C-00F3-411E-B67C-2CAF3DA1BC61}" presName="node" presStyleLbl="node1" presStyleIdx="0" presStyleCnt="3">
        <dgm:presLayoutVars>
          <dgm:bulletEnabled val="1"/>
        </dgm:presLayoutVars>
      </dgm:prSet>
      <dgm:spPr/>
    </dgm:pt>
    <dgm:pt modelId="{A3444FAD-EE89-43D2-90E4-5D91FEC2D893}" type="pres">
      <dgm:prSet presAssocID="{B20E6D9A-732F-4A99-ADCA-0B7500629FB7}" presName="sibTrans" presStyleLbl="sibTrans2D1" presStyleIdx="0" presStyleCnt="2"/>
      <dgm:spPr/>
    </dgm:pt>
    <dgm:pt modelId="{9E98633A-5C19-48DA-AD02-6D25B79C01BE}" type="pres">
      <dgm:prSet presAssocID="{B20E6D9A-732F-4A99-ADCA-0B7500629FB7}" presName="connectorText" presStyleLbl="sibTrans2D1" presStyleIdx="0" presStyleCnt="2"/>
      <dgm:spPr/>
    </dgm:pt>
    <dgm:pt modelId="{A74F9C74-5400-41FA-AA09-92DE42BD451F}" type="pres">
      <dgm:prSet presAssocID="{661E7D0D-C43E-4208-ADB7-22757F327F9F}" presName="node" presStyleLbl="node1" presStyleIdx="1" presStyleCnt="3">
        <dgm:presLayoutVars>
          <dgm:bulletEnabled val="1"/>
        </dgm:presLayoutVars>
      </dgm:prSet>
      <dgm:spPr/>
    </dgm:pt>
    <dgm:pt modelId="{C4E18CC5-6A81-41E6-93E7-9BAC56AF17F7}" type="pres">
      <dgm:prSet presAssocID="{3C8B7061-AC70-4D9F-9DFE-6B9AA7FDD1EF}" presName="sibTrans" presStyleLbl="sibTrans2D1" presStyleIdx="1" presStyleCnt="2"/>
      <dgm:spPr/>
    </dgm:pt>
    <dgm:pt modelId="{9B04276C-5B0C-47BD-8AF2-ED342C79DD35}" type="pres">
      <dgm:prSet presAssocID="{3C8B7061-AC70-4D9F-9DFE-6B9AA7FDD1EF}" presName="connectorText" presStyleLbl="sibTrans2D1" presStyleIdx="1" presStyleCnt="2"/>
      <dgm:spPr/>
    </dgm:pt>
    <dgm:pt modelId="{E23B7457-21DC-4C66-AF82-6C95C2B226CC}" type="pres">
      <dgm:prSet presAssocID="{5ED96022-A8AB-429D-9A3F-9DDAFA81BECE}" presName="node" presStyleLbl="node1" presStyleIdx="2" presStyleCnt="3">
        <dgm:presLayoutVars>
          <dgm:bulletEnabled val="1"/>
        </dgm:presLayoutVars>
      </dgm:prSet>
      <dgm:spPr/>
    </dgm:pt>
  </dgm:ptLst>
  <dgm:cxnLst>
    <dgm:cxn modelId="{1EDC4F68-59AD-47ED-9C99-4AA9C56EB01F}" type="presOf" srcId="{5ED96022-A8AB-429D-9A3F-9DDAFA81BECE}" destId="{E23B7457-21DC-4C66-AF82-6C95C2B226CC}" srcOrd="0" destOrd="0" presId="urn:microsoft.com/office/officeart/2005/8/layout/process1"/>
    <dgm:cxn modelId="{6AD4966D-F610-46F8-8BBD-F98C6DFCADAF}" type="presOf" srcId="{B20E6D9A-732F-4A99-ADCA-0B7500629FB7}" destId="{9E98633A-5C19-48DA-AD02-6D25B79C01BE}" srcOrd="1" destOrd="0" presId="urn:microsoft.com/office/officeart/2005/8/layout/process1"/>
    <dgm:cxn modelId="{62B1B777-D1D5-4BD1-A5FF-7913F15ADF7E}" type="presOf" srcId="{B20E6D9A-732F-4A99-ADCA-0B7500629FB7}" destId="{A3444FAD-EE89-43D2-90E4-5D91FEC2D893}" srcOrd="0" destOrd="0" presId="urn:microsoft.com/office/officeart/2005/8/layout/process1"/>
    <dgm:cxn modelId="{3ADF7A83-A8E6-49F9-9051-59B99FE094C4}" type="presOf" srcId="{79F19519-FF5F-4822-BAD6-BBBBC1464E94}" destId="{F1E7DF77-3612-47B3-A1AC-80E265B5DA11}" srcOrd="0" destOrd="0" presId="urn:microsoft.com/office/officeart/2005/8/layout/process1"/>
    <dgm:cxn modelId="{D671AD9B-8522-40DE-AE14-2271564FACC9}" srcId="{79F19519-FF5F-4822-BAD6-BBBBC1464E94}" destId="{661E7D0D-C43E-4208-ADB7-22757F327F9F}" srcOrd="1" destOrd="0" parTransId="{2957315C-6773-4D54-85B1-0D7733F89E82}" sibTransId="{3C8B7061-AC70-4D9F-9DFE-6B9AA7FDD1EF}"/>
    <dgm:cxn modelId="{DC5117A9-6DA2-4F76-8300-6672D740CC1E}" type="presOf" srcId="{1DABC26C-00F3-411E-B67C-2CAF3DA1BC61}" destId="{673EFCA2-0D6C-4D7C-B1A3-AFF41B93DEF6}" srcOrd="0" destOrd="0" presId="urn:microsoft.com/office/officeart/2005/8/layout/process1"/>
    <dgm:cxn modelId="{5A6DAAC6-937E-4680-A3D5-F1944E7268E1}" type="presOf" srcId="{3C8B7061-AC70-4D9F-9DFE-6B9AA7FDD1EF}" destId="{9B04276C-5B0C-47BD-8AF2-ED342C79DD35}" srcOrd="1" destOrd="0" presId="urn:microsoft.com/office/officeart/2005/8/layout/process1"/>
    <dgm:cxn modelId="{C1421BE2-5F75-432C-BE08-0B28D0898F23}" type="presOf" srcId="{661E7D0D-C43E-4208-ADB7-22757F327F9F}" destId="{A74F9C74-5400-41FA-AA09-92DE42BD451F}" srcOrd="0" destOrd="0" presId="urn:microsoft.com/office/officeart/2005/8/layout/process1"/>
    <dgm:cxn modelId="{513AC3E9-A22A-43AE-A0FF-339C4F471B4E}" srcId="{79F19519-FF5F-4822-BAD6-BBBBC1464E94}" destId="{5ED96022-A8AB-429D-9A3F-9DDAFA81BECE}" srcOrd="2" destOrd="0" parTransId="{9B583505-2FF6-4ECF-B1B2-C1FCC458B4DA}" sibTransId="{A6062014-AB3E-41C4-B16E-098BF8F66693}"/>
    <dgm:cxn modelId="{83CD42F3-D89A-4CD9-B6D5-2801A27F6EAF}" type="presOf" srcId="{3C8B7061-AC70-4D9F-9DFE-6B9AA7FDD1EF}" destId="{C4E18CC5-6A81-41E6-93E7-9BAC56AF17F7}" srcOrd="0" destOrd="0" presId="urn:microsoft.com/office/officeart/2005/8/layout/process1"/>
    <dgm:cxn modelId="{0063A5F4-5D04-4864-9359-6802CB4D3CE1}" srcId="{79F19519-FF5F-4822-BAD6-BBBBC1464E94}" destId="{1DABC26C-00F3-411E-B67C-2CAF3DA1BC61}" srcOrd="0" destOrd="0" parTransId="{78C04A10-D488-4DAD-8870-9C93C2415552}" sibTransId="{B20E6D9A-732F-4A99-ADCA-0B7500629FB7}"/>
    <dgm:cxn modelId="{6A4ACC9D-F75D-4361-8FFE-9EC1F7C7839D}" type="presParOf" srcId="{F1E7DF77-3612-47B3-A1AC-80E265B5DA11}" destId="{673EFCA2-0D6C-4D7C-B1A3-AFF41B93DEF6}" srcOrd="0" destOrd="0" presId="urn:microsoft.com/office/officeart/2005/8/layout/process1"/>
    <dgm:cxn modelId="{EDFFA432-4E49-4DBD-ADBC-82D15F778C74}" type="presParOf" srcId="{F1E7DF77-3612-47B3-A1AC-80E265B5DA11}" destId="{A3444FAD-EE89-43D2-90E4-5D91FEC2D893}" srcOrd="1" destOrd="0" presId="urn:microsoft.com/office/officeart/2005/8/layout/process1"/>
    <dgm:cxn modelId="{9A378AF5-4DE4-43B5-8FDC-5544C0E175F9}" type="presParOf" srcId="{A3444FAD-EE89-43D2-90E4-5D91FEC2D893}" destId="{9E98633A-5C19-48DA-AD02-6D25B79C01BE}" srcOrd="0" destOrd="0" presId="urn:microsoft.com/office/officeart/2005/8/layout/process1"/>
    <dgm:cxn modelId="{956D732C-6401-49EE-95A9-F5B69A6167B7}" type="presParOf" srcId="{F1E7DF77-3612-47B3-A1AC-80E265B5DA11}" destId="{A74F9C74-5400-41FA-AA09-92DE42BD451F}" srcOrd="2" destOrd="0" presId="urn:microsoft.com/office/officeart/2005/8/layout/process1"/>
    <dgm:cxn modelId="{9D2AF27D-C20F-4BBD-A7CE-8C695CB0F145}" type="presParOf" srcId="{F1E7DF77-3612-47B3-A1AC-80E265B5DA11}" destId="{C4E18CC5-6A81-41E6-93E7-9BAC56AF17F7}" srcOrd="3" destOrd="0" presId="urn:microsoft.com/office/officeart/2005/8/layout/process1"/>
    <dgm:cxn modelId="{D9701A9A-D152-4CBD-BEFB-3FB439133346}" type="presParOf" srcId="{C4E18CC5-6A81-41E6-93E7-9BAC56AF17F7}" destId="{9B04276C-5B0C-47BD-8AF2-ED342C79DD35}" srcOrd="0" destOrd="0" presId="urn:microsoft.com/office/officeart/2005/8/layout/process1"/>
    <dgm:cxn modelId="{54429191-AD26-487E-842D-969FFC4AC943}" type="presParOf" srcId="{F1E7DF77-3612-47B3-A1AC-80E265B5DA11}" destId="{E23B7457-21DC-4C66-AF82-6C95C2B226C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97327B-A1C9-43C6-AFD6-26A5670C7D48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E3DC1D8-E479-4DB6-9C76-AD96094E36A8}">
      <dgm:prSet phldrT="[Texte]"/>
      <dgm:spPr/>
      <dgm:t>
        <a:bodyPr/>
        <a:lstStyle/>
        <a:p>
          <a:r>
            <a:rPr lang="fr-FR" dirty="0"/>
            <a:t>Model 0</a:t>
          </a:r>
        </a:p>
      </dgm:t>
    </dgm:pt>
    <dgm:pt modelId="{F73EFC2A-D075-4E2C-8679-59F05E0B54A7}" type="parTrans" cxnId="{60DB3A15-E52C-41A5-AD82-8BCF35175DEA}">
      <dgm:prSet/>
      <dgm:spPr/>
      <dgm:t>
        <a:bodyPr/>
        <a:lstStyle/>
        <a:p>
          <a:endParaRPr lang="fr-FR"/>
        </a:p>
      </dgm:t>
    </dgm:pt>
    <dgm:pt modelId="{811B0D04-EC78-4BFA-90F0-88D21283CE7F}" type="sibTrans" cxnId="{60DB3A15-E52C-41A5-AD82-8BCF35175DEA}">
      <dgm:prSet/>
      <dgm:spPr/>
      <dgm:t>
        <a:bodyPr/>
        <a:lstStyle/>
        <a:p>
          <a:endParaRPr lang="fr-FR"/>
        </a:p>
      </dgm:t>
    </dgm:pt>
    <dgm:pt modelId="{5187FC82-3C86-44AD-A96A-B42FD9F7AF56}">
      <dgm:prSet phldrT="[Texte]"/>
      <dgm:spPr/>
      <dgm:t>
        <a:bodyPr/>
        <a:lstStyle/>
        <a:p>
          <a:r>
            <a:rPr lang="fr-FR" dirty="0" err="1"/>
            <a:t>StandardScaler</a:t>
          </a:r>
          <a:r>
            <a:rPr lang="fr-FR" dirty="0"/>
            <a:t>()</a:t>
          </a:r>
        </a:p>
      </dgm:t>
    </dgm:pt>
    <dgm:pt modelId="{A0204D28-C157-4304-AE72-B56F5C87B218}" type="parTrans" cxnId="{FCAD7A76-29A9-43F3-868B-07C86E56BEE5}">
      <dgm:prSet/>
      <dgm:spPr/>
      <dgm:t>
        <a:bodyPr/>
        <a:lstStyle/>
        <a:p>
          <a:endParaRPr lang="fr-FR"/>
        </a:p>
      </dgm:t>
    </dgm:pt>
    <dgm:pt modelId="{C04D17C9-90E9-484E-8E9B-E0FC17A9EB50}" type="sibTrans" cxnId="{FCAD7A76-29A9-43F3-868B-07C86E56BEE5}">
      <dgm:prSet/>
      <dgm:spPr/>
      <dgm:t>
        <a:bodyPr/>
        <a:lstStyle/>
        <a:p>
          <a:endParaRPr lang="fr-FR"/>
        </a:p>
      </dgm:t>
    </dgm:pt>
    <dgm:pt modelId="{B28E6313-7786-415D-8FB7-77D2BAEE17B7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(n = 4)</a:t>
          </a:r>
        </a:p>
      </dgm:t>
    </dgm:pt>
    <dgm:pt modelId="{AC83A472-742D-4FAC-B9DB-7072DA889563}" type="parTrans" cxnId="{7274BE86-1902-4DD5-A8E8-A4A087E939DF}">
      <dgm:prSet/>
      <dgm:spPr/>
      <dgm:t>
        <a:bodyPr/>
        <a:lstStyle/>
        <a:p>
          <a:endParaRPr lang="fr-FR"/>
        </a:p>
      </dgm:t>
    </dgm:pt>
    <dgm:pt modelId="{056ACE20-B428-44DA-B975-51C29D27263B}" type="sibTrans" cxnId="{7274BE86-1902-4DD5-A8E8-A4A087E939DF}">
      <dgm:prSet/>
      <dgm:spPr/>
      <dgm:t>
        <a:bodyPr/>
        <a:lstStyle/>
        <a:p>
          <a:endParaRPr lang="fr-FR"/>
        </a:p>
      </dgm:t>
    </dgm:pt>
    <dgm:pt modelId="{D0592E3F-42D2-4F41-9155-931E03011EE0}">
      <dgm:prSet phldrT="[Texte]"/>
      <dgm:spPr/>
      <dgm:t>
        <a:bodyPr/>
        <a:lstStyle/>
        <a:p>
          <a:r>
            <a:rPr lang="fr-FR" dirty="0"/>
            <a:t>Model x1</a:t>
          </a:r>
        </a:p>
      </dgm:t>
    </dgm:pt>
    <dgm:pt modelId="{92B4A488-05AF-4592-B7AA-920DC42EE342}" type="parTrans" cxnId="{E10277E7-43C8-4922-A742-EC5A0755DF5E}">
      <dgm:prSet/>
      <dgm:spPr/>
      <dgm:t>
        <a:bodyPr/>
        <a:lstStyle/>
        <a:p>
          <a:endParaRPr lang="fr-FR"/>
        </a:p>
      </dgm:t>
    </dgm:pt>
    <dgm:pt modelId="{F0F434FF-E852-42D9-8B4F-37B185D52C71}" type="sibTrans" cxnId="{E10277E7-43C8-4922-A742-EC5A0755DF5E}">
      <dgm:prSet/>
      <dgm:spPr/>
      <dgm:t>
        <a:bodyPr/>
        <a:lstStyle/>
        <a:p>
          <a:endParaRPr lang="fr-FR"/>
        </a:p>
      </dgm:t>
    </dgm:pt>
    <dgm:pt modelId="{3D3F174B-125F-4BB4-BA4F-8181EBAD06EB}">
      <dgm:prSet phldrT="[Texte]"/>
      <dgm:spPr/>
      <dgm:t>
        <a:bodyPr/>
        <a:lstStyle/>
        <a:p>
          <a:r>
            <a:rPr lang="fr-FR" dirty="0" err="1"/>
            <a:t>StandardScaler</a:t>
          </a:r>
          <a:r>
            <a:rPr lang="fr-FR" dirty="0"/>
            <a:t>()</a:t>
          </a:r>
        </a:p>
      </dgm:t>
    </dgm:pt>
    <dgm:pt modelId="{467110B8-C2A2-470B-86AB-A7B0B94EDB19}" type="parTrans" cxnId="{AF4E19CE-1BAE-4338-A5FB-41A43DEDCCBC}">
      <dgm:prSet/>
      <dgm:spPr/>
      <dgm:t>
        <a:bodyPr/>
        <a:lstStyle/>
        <a:p>
          <a:endParaRPr lang="fr-FR"/>
        </a:p>
      </dgm:t>
    </dgm:pt>
    <dgm:pt modelId="{41D4E274-1F6A-4BDB-939D-275EECA4DB36}" type="sibTrans" cxnId="{AF4E19CE-1BAE-4338-A5FB-41A43DEDCCBC}">
      <dgm:prSet/>
      <dgm:spPr/>
      <dgm:t>
        <a:bodyPr/>
        <a:lstStyle/>
        <a:p>
          <a:endParaRPr lang="fr-FR"/>
        </a:p>
      </dgm:t>
    </dgm:pt>
    <dgm:pt modelId="{8F80656C-6B07-4FE4-83C3-1D45B265A225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(n=4)</a:t>
          </a:r>
        </a:p>
      </dgm:t>
    </dgm:pt>
    <dgm:pt modelId="{1C578892-C522-43DC-BBEE-16819180C3A5}" type="parTrans" cxnId="{8134EDA1-B0BE-43D5-B9E0-41EB6D41EB4A}">
      <dgm:prSet/>
      <dgm:spPr/>
      <dgm:t>
        <a:bodyPr/>
        <a:lstStyle/>
        <a:p>
          <a:endParaRPr lang="fr-FR"/>
        </a:p>
      </dgm:t>
    </dgm:pt>
    <dgm:pt modelId="{08ED4DE1-AE16-4EFC-BFE0-A781240D9A22}" type="sibTrans" cxnId="{8134EDA1-B0BE-43D5-B9E0-41EB6D41EB4A}">
      <dgm:prSet/>
      <dgm:spPr/>
      <dgm:t>
        <a:bodyPr/>
        <a:lstStyle/>
        <a:p>
          <a:endParaRPr lang="fr-FR"/>
        </a:p>
      </dgm:t>
    </dgm:pt>
    <dgm:pt modelId="{CCE36418-AC0C-431E-BE5A-ADCDC500880A}" type="pres">
      <dgm:prSet presAssocID="{6397327B-A1C9-43C6-AFD6-26A5670C7D48}" presName="theList" presStyleCnt="0">
        <dgm:presLayoutVars>
          <dgm:dir/>
          <dgm:animLvl val="lvl"/>
          <dgm:resizeHandles val="exact"/>
        </dgm:presLayoutVars>
      </dgm:prSet>
      <dgm:spPr/>
    </dgm:pt>
    <dgm:pt modelId="{683DDB6C-DA73-4FB1-89BE-093DA8480C4F}" type="pres">
      <dgm:prSet presAssocID="{5E3DC1D8-E479-4DB6-9C76-AD96094E36A8}" presName="compNode" presStyleCnt="0"/>
      <dgm:spPr/>
    </dgm:pt>
    <dgm:pt modelId="{7A5CC772-522E-4B35-9442-1BE54A373C5C}" type="pres">
      <dgm:prSet presAssocID="{5E3DC1D8-E479-4DB6-9C76-AD96094E36A8}" presName="aNode" presStyleLbl="bgShp" presStyleIdx="0" presStyleCnt="2"/>
      <dgm:spPr/>
    </dgm:pt>
    <dgm:pt modelId="{DF47CD5B-E2AF-457E-9595-7F0C24C95C1F}" type="pres">
      <dgm:prSet presAssocID="{5E3DC1D8-E479-4DB6-9C76-AD96094E36A8}" presName="textNode" presStyleLbl="bgShp" presStyleIdx="0" presStyleCnt="2"/>
      <dgm:spPr/>
    </dgm:pt>
    <dgm:pt modelId="{1BEFBFEF-A931-41CA-81ED-E6E227A0CA21}" type="pres">
      <dgm:prSet presAssocID="{5E3DC1D8-E479-4DB6-9C76-AD96094E36A8}" presName="compChildNode" presStyleCnt="0"/>
      <dgm:spPr/>
    </dgm:pt>
    <dgm:pt modelId="{BEE3EFAD-CD16-45F8-8DA6-ED3DAAC568BC}" type="pres">
      <dgm:prSet presAssocID="{5E3DC1D8-E479-4DB6-9C76-AD96094E36A8}" presName="theInnerList" presStyleCnt="0"/>
      <dgm:spPr/>
    </dgm:pt>
    <dgm:pt modelId="{23C60B93-EC02-4852-A6D2-86AA64DD815A}" type="pres">
      <dgm:prSet presAssocID="{5187FC82-3C86-44AD-A96A-B42FD9F7AF56}" presName="childNode" presStyleLbl="node1" presStyleIdx="0" presStyleCnt="4">
        <dgm:presLayoutVars>
          <dgm:bulletEnabled val="1"/>
        </dgm:presLayoutVars>
      </dgm:prSet>
      <dgm:spPr/>
    </dgm:pt>
    <dgm:pt modelId="{8B1194D8-4C93-4049-818E-0E595A4270E4}" type="pres">
      <dgm:prSet presAssocID="{5187FC82-3C86-44AD-A96A-B42FD9F7AF56}" presName="aSpace2" presStyleCnt="0"/>
      <dgm:spPr/>
    </dgm:pt>
    <dgm:pt modelId="{3843AE35-DB17-42DD-A9EA-7081DAA4029E}" type="pres">
      <dgm:prSet presAssocID="{B28E6313-7786-415D-8FB7-77D2BAEE17B7}" presName="childNode" presStyleLbl="node1" presStyleIdx="1" presStyleCnt="4">
        <dgm:presLayoutVars>
          <dgm:bulletEnabled val="1"/>
        </dgm:presLayoutVars>
      </dgm:prSet>
      <dgm:spPr/>
    </dgm:pt>
    <dgm:pt modelId="{0AEFB653-EFC5-4964-A7B7-2270C556B350}" type="pres">
      <dgm:prSet presAssocID="{5E3DC1D8-E479-4DB6-9C76-AD96094E36A8}" presName="aSpace" presStyleCnt="0"/>
      <dgm:spPr/>
    </dgm:pt>
    <dgm:pt modelId="{BC542F70-D00A-4875-9171-BB4CE9761FE1}" type="pres">
      <dgm:prSet presAssocID="{D0592E3F-42D2-4F41-9155-931E03011EE0}" presName="compNode" presStyleCnt="0"/>
      <dgm:spPr/>
    </dgm:pt>
    <dgm:pt modelId="{35F52539-2D63-4C5B-811E-E3427348E83A}" type="pres">
      <dgm:prSet presAssocID="{D0592E3F-42D2-4F41-9155-931E03011EE0}" presName="aNode" presStyleLbl="bgShp" presStyleIdx="1" presStyleCnt="2"/>
      <dgm:spPr/>
    </dgm:pt>
    <dgm:pt modelId="{F5450750-10BA-4AAC-AFBB-C510205263CB}" type="pres">
      <dgm:prSet presAssocID="{D0592E3F-42D2-4F41-9155-931E03011EE0}" presName="textNode" presStyleLbl="bgShp" presStyleIdx="1" presStyleCnt="2"/>
      <dgm:spPr/>
    </dgm:pt>
    <dgm:pt modelId="{3FEF4502-EBF4-4798-BE10-C9AC6C854332}" type="pres">
      <dgm:prSet presAssocID="{D0592E3F-42D2-4F41-9155-931E03011EE0}" presName="compChildNode" presStyleCnt="0"/>
      <dgm:spPr/>
    </dgm:pt>
    <dgm:pt modelId="{0E1D559D-9D57-4D73-86AD-6DA76234C895}" type="pres">
      <dgm:prSet presAssocID="{D0592E3F-42D2-4F41-9155-931E03011EE0}" presName="theInnerList" presStyleCnt="0"/>
      <dgm:spPr/>
    </dgm:pt>
    <dgm:pt modelId="{DD5B8956-79B8-4249-B392-A211D9F01E58}" type="pres">
      <dgm:prSet presAssocID="{3D3F174B-125F-4BB4-BA4F-8181EBAD06EB}" presName="childNode" presStyleLbl="node1" presStyleIdx="2" presStyleCnt="4">
        <dgm:presLayoutVars>
          <dgm:bulletEnabled val="1"/>
        </dgm:presLayoutVars>
      </dgm:prSet>
      <dgm:spPr/>
    </dgm:pt>
    <dgm:pt modelId="{634F9187-0BA9-49D9-9108-BB8431E97CC1}" type="pres">
      <dgm:prSet presAssocID="{3D3F174B-125F-4BB4-BA4F-8181EBAD06EB}" presName="aSpace2" presStyleCnt="0"/>
      <dgm:spPr/>
    </dgm:pt>
    <dgm:pt modelId="{9442EE40-6354-4C76-874D-81732497A63E}" type="pres">
      <dgm:prSet presAssocID="{8F80656C-6B07-4FE4-83C3-1D45B265A225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60DB3A15-E52C-41A5-AD82-8BCF35175DEA}" srcId="{6397327B-A1C9-43C6-AFD6-26A5670C7D48}" destId="{5E3DC1D8-E479-4DB6-9C76-AD96094E36A8}" srcOrd="0" destOrd="0" parTransId="{F73EFC2A-D075-4E2C-8679-59F05E0B54A7}" sibTransId="{811B0D04-EC78-4BFA-90F0-88D21283CE7F}"/>
    <dgm:cxn modelId="{42265247-A16A-4AE7-BA9D-EB7F7AD3F584}" type="presOf" srcId="{3D3F174B-125F-4BB4-BA4F-8181EBAD06EB}" destId="{DD5B8956-79B8-4249-B392-A211D9F01E58}" srcOrd="0" destOrd="0" presId="urn:microsoft.com/office/officeart/2005/8/layout/lProcess2"/>
    <dgm:cxn modelId="{E156264D-31A1-42B7-9F12-E85E4883C918}" type="presOf" srcId="{5E3DC1D8-E479-4DB6-9C76-AD96094E36A8}" destId="{DF47CD5B-E2AF-457E-9595-7F0C24C95C1F}" srcOrd="1" destOrd="0" presId="urn:microsoft.com/office/officeart/2005/8/layout/lProcess2"/>
    <dgm:cxn modelId="{1940E575-9051-4CA4-AAFE-9F1CACAB472E}" type="presOf" srcId="{6397327B-A1C9-43C6-AFD6-26A5670C7D48}" destId="{CCE36418-AC0C-431E-BE5A-ADCDC500880A}" srcOrd="0" destOrd="0" presId="urn:microsoft.com/office/officeart/2005/8/layout/lProcess2"/>
    <dgm:cxn modelId="{FCAD7A76-29A9-43F3-868B-07C86E56BEE5}" srcId="{5E3DC1D8-E479-4DB6-9C76-AD96094E36A8}" destId="{5187FC82-3C86-44AD-A96A-B42FD9F7AF56}" srcOrd="0" destOrd="0" parTransId="{A0204D28-C157-4304-AE72-B56F5C87B218}" sibTransId="{C04D17C9-90E9-484E-8E9B-E0FC17A9EB50}"/>
    <dgm:cxn modelId="{1F80F385-A097-43B4-B928-24ACC6F9D76D}" type="presOf" srcId="{D0592E3F-42D2-4F41-9155-931E03011EE0}" destId="{F5450750-10BA-4AAC-AFBB-C510205263CB}" srcOrd="1" destOrd="0" presId="urn:microsoft.com/office/officeart/2005/8/layout/lProcess2"/>
    <dgm:cxn modelId="{7274BE86-1902-4DD5-A8E8-A4A087E939DF}" srcId="{5E3DC1D8-E479-4DB6-9C76-AD96094E36A8}" destId="{B28E6313-7786-415D-8FB7-77D2BAEE17B7}" srcOrd="1" destOrd="0" parTransId="{AC83A472-742D-4FAC-B9DB-7072DA889563}" sibTransId="{056ACE20-B428-44DA-B975-51C29D27263B}"/>
    <dgm:cxn modelId="{8134EDA1-B0BE-43D5-B9E0-41EB6D41EB4A}" srcId="{D0592E3F-42D2-4F41-9155-931E03011EE0}" destId="{8F80656C-6B07-4FE4-83C3-1D45B265A225}" srcOrd="1" destOrd="0" parTransId="{1C578892-C522-43DC-BBEE-16819180C3A5}" sibTransId="{08ED4DE1-AE16-4EFC-BFE0-A781240D9A22}"/>
    <dgm:cxn modelId="{E38530C4-CBA1-4177-8DF4-07048CC782BA}" type="presOf" srcId="{5187FC82-3C86-44AD-A96A-B42FD9F7AF56}" destId="{23C60B93-EC02-4852-A6D2-86AA64DD815A}" srcOrd="0" destOrd="0" presId="urn:microsoft.com/office/officeart/2005/8/layout/lProcess2"/>
    <dgm:cxn modelId="{9420C8C9-7878-4EC6-A62F-9A3285979C12}" type="presOf" srcId="{D0592E3F-42D2-4F41-9155-931E03011EE0}" destId="{35F52539-2D63-4C5B-811E-E3427348E83A}" srcOrd="0" destOrd="0" presId="urn:microsoft.com/office/officeart/2005/8/layout/lProcess2"/>
    <dgm:cxn modelId="{AF4E19CE-1BAE-4338-A5FB-41A43DEDCCBC}" srcId="{D0592E3F-42D2-4F41-9155-931E03011EE0}" destId="{3D3F174B-125F-4BB4-BA4F-8181EBAD06EB}" srcOrd="0" destOrd="0" parTransId="{467110B8-C2A2-470B-86AB-A7B0B94EDB19}" sibTransId="{41D4E274-1F6A-4BDB-939D-275EECA4DB36}"/>
    <dgm:cxn modelId="{2B549FD6-31A7-4A19-962F-110115ED1C67}" type="presOf" srcId="{5E3DC1D8-E479-4DB6-9C76-AD96094E36A8}" destId="{7A5CC772-522E-4B35-9442-1BE54A373C5C}" srcOrd="0" destOrd="0" presId="urn:microsoft.com/office/officeart/2005/8/layout/lProcess2"/>
    <dgm:cxn modelId="{E10277E7-43C8-4922-A742-EC5A0755DF5E}" srcId="{6397327B-A1C9-43C6-AFD6-26A5670C7D48}" destId="{D0592E3F-42D2-4F41-9155-931E03011EE0}" srcOrd="1" destOrd="0" parTransId="{92B4A488-05AF-4592-B7AA-920DC42EE342}" sibTransId="{F0F434FF-E852-42D9-8B4F-37B185D52C71}"/>
    <dgm:cxn modelId="{89AFEFEE-8BC8-4CB5-81ED-2100EFF2C668}" type="presOf" srcId="{B28E6313-7786-415D-8FB7-77D2BAEE17B7}" destId="{3843AE35-DB17-42DD-A9EA-7081DAA4029E}" srcOrd="0" destOrd="0" presId="urn:microsoft.com/office/officeart/2005/8/layout/lProcess2"/>
    <dgm:cxn modelId="{702922FC-905C-461D-99CD-C672EA60D530}" type="presOf" srcId="{8F80656C-6B07-4FE4-83C3-1D45B265A225}" destId="{9442EE40-6354-4C76-874D-81732497A63E}" srcOrd="0" destOrd="0" presId="urn:microsoft.com/office/officeart/2005/8/layout/lProcess2"/>
    <dgm:cxn modelId="{7AFC2046-E7DF-44D1-8FF2-A0A8FE155C94}" type="presParOf" srcId="{CCE36418-AC0C-431E-BE5A-ADCDC500880A}" destId="{683DDB6C-DA73-4FB1-89BE-093DA8480C4F}" srcOrd="0" destOrd="0" presId="urn:microsoft.com/office/officeart/2005/8/layout/lProcess2"/>
    <dgm:cxn modelId="{410760FE-762A-48BF-821D-4B712B0E0CF4}" type="presParOf" srcId="{683DDB6C-DA73-4FB1-89BE-093DA8480C4F}" destId="{7A5CC772-522E-4B35-9442-1BE54A373C5C}" srcOrd="0" destOrd="0" presId="urn:microsoft.com/office/officeart/2005/8/layout/lProcess2"/>
    <dgm:cxn modelId="{2FD2A10C-6E76-4154-A5CE-39552CBF78AA}" type="presParOf" srcId="{683DDB6C-DA73-4FB1-89BE-093DA8480C4F}" destId="{DF47CD5B-E2AF-457E-9595-7F0C24C95C1F}" srcOrd="1" destOrd="0" presId="urn:microsoft.com/office/officeart/2005/8/layout/lProcess2"/>
    <dgm:cxn modelId="{03B2EB6B-1A05-4865-9E77-0EF4518FB5D4}" type="presParOf" srcId="{683DDB6C-DA73-4FB1-89BE-093DA8480C4F}" destId="{1BEFBFEF-A931-41CA-81ED-E6E227A0CA21}" srcOrd="2" destOrd="0" presId="urn:microsoft.com/office/officeart/2005/8/layout/lProcess2"/>
    <dgm:cxn modelId="{B48E0C41-BA85-476B-B623-2F7E139E09BA}" type="presParOf" srcId="{1BEFBFEF-A931-41CA-81ED-E6E227A0CA21}" destId="{BEE3EFAD-CD16-45F8-8DA6-ED3DAAC568BC}" srcOrd="0" destOrd="0" presId="urn:microsoft.com/office/officeart/2005/8/layout/lProcess2"/>
    <dgm:cxn modelId="{4513E585-7BB5-4F97-9BD3-398EFE7B0526}" type="presParOf" srcId="{BEE3EFAD-CD16-45F8-8DA6-ED3DAAC568BC}" destId="{23C60B93-EC02-4852-A6D2-86AA64DD815A}" srcOrd="0" destOrd="0" presId="urn:microsoft.com/office/officeart/2005/8/layout/lProcess2"/>
    <dgm:cxn modelId="{F3E3390C-5F9D-4623-838B-F7BB1B577FC4}" type="presParOf" srcId="{BEE3EFAD-CD16-45F8-8DA6-ED3DAAC568BC}" destId="{8B1194D8-4C93-4049-818E-0E595A4270E4}" srcOrd="1" destOrd="0" presId="urn:microsoft.com/office/officeart/2005/8/layout/lProcess2"/>
    <dgm:cxn modelId="{EA42092F-824A-4AF7-8B88-AFDCB61B5D39}" type="presParOf" srcId="{BEE3EFAD-CD16-45F8-8DA6-ED3DAAC568BC}" destId="{3843AE35-DB17-42DD-A9EA-7081DAA4029E}" srcOrd="2" destOrd="0" presId="urn:microsoft.com/office/officeart/2005/8/layout/lProcess2"/>
    <dgm:cxn modelId="{AD8E548B-93EB-48B5-94CB-D486DE7CFA41}" type="presParOf" srcId="{CCE36418-AC0C-431E-BE5A-ADCDC500880A}" destId="{0AEFB653-EFC5-4964-A7B7-2270C556B350}" srcOrd="1" destOrd="0" presId="urn:microsoft.com/office/officeart/2005/8/layout/lProcess2"/>
    <dgm:cxn modelId="{7E8B5B6F-F08E-44BF-A7F8-E7CA8D9A0A44}" type="presParOf" srcId="{CCE36418-AC0C-431E-BE5A-ADCDC500880A}" destId="{BC542F70-D00A-4875-9171-BB4CE9761FE1}" srcOrd="2" destOrd="0" presId="urn:microsoft.com/office/officeart/2005/8/layout/lProcess2"/>
    <dgm:cxn modelId="{6544C262-4D6D-43BA-9C84-CB80118A670F}" type="presParOf" srcId="{BC542F70-D00A-4875-9171-BB4CE9761FE1}" destId="{35F52539-2D63-4C5B-811E-E3427348E83A}" srcOrd="0" destOrd="0" presId="urn:microsoft.com/office/officeart/2005/8/layout/lProcess2"/>
    <dgm:cxn modelId="{C4FADA63-F95C-4C84-A3F0-DFADC131DC1B}" type="presParOf" srcId="{BC542F70-D00A-4875-9171-BB4CE9761FE1}" destId="{F5450750-10BA-4AAC-AFBB-C510205263CB}" srcOrd="1" destOrd="0" presId="urn:microsoft.com/office/officeart/2005/8/layout/lProcess2"/>
    <dgm:cxn modelId="{AEE060CC-0C61-4B84-8E85-BF87B1734F9C}" type="presParOf" srcId="{BC542F70-D00A-4875-9171-BB4CE9761FE1}" destId="{3FEF4502-EBF4-4798-BE10-C9AC6C854332}" srcOrd="2" destOrd="0" presId="urn:microsoft.com/office/officeart/2005/8/layout/lProcess2"/>
    <dgm:cxn modelId="{4F58686A-E927-4D99-ABF8-FB10F2EBC942}" type="presParOf" srcId="{3FEF4502-EBF4-4798-BE10-C9AC6C854332}" destId="{0E1D559D-9D57-4D73-86AD-6DA76234C895}" srcOrd="0" destOrd="0" presId="urn:microsoft.com/office/officeart/2005/8/layout/lProcess2"/>
    <dgm:cxn modelId="{2C4CB3E9-C2BC-44F0-B41C-CFB788F8EB3F}" type="presParOf" srcId="{0E1D559D-9D57-4D73-86AD-6DA76234C895}" destId="{DD5B8956-79B8-4249-B392-A211D9F01E58}" srcOrd="0" destOrd="0" presId="urn:microsoft.com/office/officeart/2005/8/layout/lProcess2"/>
    <dgm:cxn modelId="{1FAB86F5-8AA7-4A12-8FA8-C79263E0CEFB}" type="presParOf" srcId="{0E1D559D-9D57-4D73-86AD-6DA76234C895}" destId="{634F9187-0BA9-49D9-9108-BB8431E97CC1}" srcOrd="1" destOrd="0" presId="urn:microsoft.com/office/officeart/2005/8/layout/lProcess2"/>
    <dgm:cxn modelId="{8B8AA49E-27FB-4DD8-B351-BB0A2BD0CDF1}" type="presParOf" srcId="{0E1D559D-9D57-4D73-86AD-6DA76234C895}" destId="{9442EE40-6354-4C76-874D-81732497A63E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97327B-A1C9-43C6-AFD6-26A5670C7D48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E3DC1D8-E479-4DB6-9C76-AD96094E36A8}">
      <dgm:prSet phldrT="[Texte]"/>
      <dgm:spPr/>
      <dgm:t>
        <a:bodyPr/>
        <a:lstStyle/>
        <a:p>
          <a:r>
            <a:rPr lang="fr-FR" dirty="0"/>
            <a:t>Model 0</a:t>
          </a:r>
        </a:p>
      </dgm:t>
    </dgm:pt>
    <dgm:pt modelId="{F73EFC2A-D075-4E2C-8679-59F05E0B54A7}" type="parTrans" cxnId="{60DB3A15-E52C-41A5-AD82-8BCF35175DEA}">
      <dgm:prSet/>
      <dgm:spPr/>
      <dgm:t>
        <a:bodyPr/>
        <a:lstStyle/>
        <a:p>
          <a:endParaRPr lang="fr-FR"/>
        </a:p>
      </dgm:t>
    </dgm:pt>
    <dgm:pt modelId="{811B0D04-EC78-4BFA-90F0-88D21283CE7F}" type="sibTrans" cxnId="{60DB3A15-E52C-41A5-AD82-8BCF35175DEA}">
      <dgm:prSet/>
      <dgm:spPr/>
      <dgm:t>
        <a:bodyPr/>
        <a:lstStyle/>
        <a:p>
          <a:endParaRPr lang="fr-FR"/>
        </a:p>
      </dgm:t>
    </dgm:pt>
    <dgm:pt modelId="{5187FC82-3C86-44AD-A96A-B42FD9F7AF56}">
      <dgm:prSet phldrT="[Texte]"/>
      <dgm:spPr/>
      <dgm:t>
        <a:bodyPr/>
        <a:lstStyle/>
        <a:p>
          <a:r>
            <a:rPr lang="fr-FR" dirty="0" err="1"/>
            <a:t>StandardScaler</a:t>
          </a:r>
          <a:r>
            <a:rPr lang="fr-FR" dirty="0"/>
            <a:t>()</a:t>
          </a:r>
        </a:p>
      </dgm:t>
    </dgm:pt>
    <dgm:pt modelId="{A0204D28-C157-4304-AE72-B56F5C87B218}" type="parTrans" cxnId="{FCAD7A76-29A9-43F3-868B-07C86E56BEE5}">
      <dgm:prSet/>
      <dgm:spPr/>
      <dgm:t>
        <a:bodyPr/>
        <a:lstStyle/>
        <a:p>
          <a:endParaRPr lang="fr-FR"/>
        </a:p>
      </dgm:t>
    </dgm:pt>
    <dgm:pt modelId="{C04D17C9-90E9-484E-8E9B-E0FC17A9EB50}" type="sibTrans" cxnId="{FCAD7A76-29A9-43F3-868B-07C86E56BEE5}">
      <dgm:prSet/>
      <dgm:spPr/>
      <dgm:t>
        <a:bodyPr/>
        <a:lstStyle/>
        <a:p>
          <a:endParaRPr lang="fr-FR"/>
        </a:p>
      </dgm:t>
    </dgm:pt>
    <dgm:pt modelId="{B28E6313-7786-415D-8FB7-77D2BAEE17B7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(n = 4)</a:t>
          </a:r>
        </a:p>
      </dgm:t>
    </dgm:pt>
    <dgm:pt modelId="{AC83A472-742D-4FAC-B9DB-7072DA889563}" type="parTrans" cxnId="{7274BE86-1902-4DD5-A8E8-A4A087E939DF}">
      <dgm:prSet/>
      <dgm:spPr/>
      <dgm:t>
        <a:bodyPr/>
        <a:lstStyle/>
        <a:p>
          <a:endParaRPr lang="fr-FR"/>
        </a:p>
      </dgm:t>
    </dgm:pt>
    <dgm:pt modelId="{056ACE20-B428-44DA-B975-51C29D27263B}" type="sibTrans" cxnId="{7274BE86-1902-4DD5-A8E8-A4A087E939DF}">
      <dgm:prSet/>
      <dgm:spPr/>
      <dgm:t>
        <a:bodyPr/>
        <a:lstStyle/>
        <a:p>
          <a:endParaRPr lang="fr-FR"/>
        </a:p>
      </dgm:t>
    </dgm:pt>
    <dgm:pt modelId="{D0592E3F-42D2-4F41-9155-931E03011EE0}">
      <dgm:prSet phldrT="[Texte]"/>
      <dgm:spPr/>
      <dgm:t>
        <a:bodyPr/>
        <a:lstStyle/>
        <a:p>
          <a:r>
            <a:rPr lang="fr-FR" dirty="0"/>
            <a:t>Model x1</a:t>
          </a:r>
        </a:p>
      </dgm:t>
    </dgm:pt>
    <dgm:pt modelId="{92B4A488-05AF-4592-B7AA-920DC42EE342}" type="parTrans" cxnId="{E10277E7-43C8-4922-A742-EC5A0755DF5E}">
      <dgm:prSet/>
      <dgm:spPr/>
      <dgm:t>
        <a:bodyPr/>
        <a:lstStyle/>
        <a:p>
          <a:endParaRPr lang="fr-FR"/>
        </a:p>
      </dgm:t>
    </dgm:pt>
    <dgm:pt modelId="{F0F434FF-E852-42D9-8B4F-37B185D52C71}" type="sibTrans" cxnId="{E10277E7-43C8-4922-A742-EC5A0755DF5E}">
      <dgm:prSet/>
      <dgm:spPr/>
      <dgm:t>
        <a:bodyPr/>
        <a:lstStyle/>
        <a:p>
          <a:endParaRPr lang="fr-FR"/>
        </a:p>
      </dgm:t>
    </dgm:pt>
    <dgm:pt modelId="{3D3F174B-125F-4BB4-BA4F-8181EBAD06EB}">
      <dgm:prSet phldrT="[Texte]"/>
      <dgm:spPr/>
      <dgm:t>
        <a:bodyPr/>
        <a:lstStyle/>
        <a:p>
          <a:r>
            <a:rPr lang="fr-FR" dirty="0" err="1"/>
            <a:t>StandardScaler</a:t>
          </a:r>
          <a:r>
            <a:rPr lang="fr-FR" dirty="0"/>
            <a:t>()</a:t>
          </a:r>
        </a:p>
      </dgm:t>
    </dgm:pt>
    <dgm:pt modelId="{467110B8-C2A2-470B-86AB-A7B0B94EDB19}" type="parTrans" cxnId="{AF4E19CE-1BAE-4338-A5FB-41A43DEDCCBC}">
      <dgm:prSet/>
      <dgm:spPr/>
      <dgm:t>
        <a:bodyPr/>
        <a:lstStyle/>
        <a:p>
          <a:endParaRPr lang="fr-FR"/>
        </a:p>
      </dgm:t>
    </dgm:pt>
    <dgm:pt modelId="{41D4E274-1F6A-4BDB-939D-275EECA4DB36}" type="sibTrans" cxnId="{AF4E19CE-1BAE-4338-A5FB-41A43DEDCCBC}">
      <dgm:prSet/>
      <dgm:spPr/>
      <dgm:t>
        <a:bodyPr/>
        <a:lstStyle/>
        <a:p>
          <a:endParaRPr lang="fr-FR"/>
        </a:p>
      </dgm:t>
    </dgm:pt>
    <dgm:pt modelId="{8F80656C-6B07-4FE4-83C3-1D45B265A225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(n=4)</a:t>
          </a:r>
        </a:p>
      </dgm:t>
    </dgm:pt>
    <dgm:pt modelId="{1C578892-C522-43DC-BBEE-16819180C3A5}" type="parTrans" cxnId="{8134EDA1-B0BE-43D5-B9E0-41EB6D41EB4A}">
      <dgm:prSet/>
      <dgm:spPr/>
      <dgm:t>
        <a:bodyPr/>
        <a:lstStyle/>
        <a:p>
          <a:endParaRPr lang="fr-FR"/>
        </a:p>
      </dgm:t>
    </dgm:pt>
    <dgm:pt modelId="{08ED4DE1-AE16-4EFC-BFE0-A781240D9A22}" type="sibTrans" cxnId="{8134EDA1-B0BE-43D5-B9E0-41EB6D41EB4A}">
      <dgm:prSet/>
      <dgm:spPr/>
      <dgm:t>
        <a:bodyPr/>
        <a:lstStyle/>
        <a:p>
          <a:endParaRPr lang="fr-FR"/>
        </a:p>
      </dgm:t>
    </dgm:pt>
    <dgm:pt modelId="{CCE36418-AC0C-431E-BE5A-ADCDC500880A}" type="pres">
      <dgm:prSet presAssocID="{6397327B-A1C9-43C6-AFD6-26A5670C7D48}" presName="theList" presStyleCnt="0">
        <dgm:presLayoutVars>
          <dgm:dir/>
          <dgm:animLvl val="lvl"/>
          <dgm:resizeHandles val="exact"/>
        </dgm:presLayoutVars>
      </dgm:prSet>
      <dgm:spPr/>
    </dgm:pt>
    <dgm:pt modelId="{683DDB6C-DA73-4FB1-89BE-093DA8480C4F}" type="pres">
      <dgm:prSet presAssocID="{5E3DC1D8-E479-4DB6-9C76-AD96094E36A8}" presName="compNode" presStyleCnt="0"/>
      <dgm:spPr/>
    </dgm:pt>
    <dgm:pt modelId="{7A5CC772-522E-4B35-9442-1BE54A373C5C}" type="pres">
      <dgm:prSet presAssocID="{5E3DC1D8-E479-4DB6-9C76-AD96094E36A8}" presName="aNode" presStyleLbl="bgShp" presStyleIdx="0" presStyleCnt="2"/>
      <dgm:spPr/>
    </dgm:pt>
    <dgm:pt modelId="{DF47CD5B-E2AF-457E-9595-7F0C24C95C1F}" type="pres">
      <dgm:prSet presAssocID="{5E3DC1D8-E479-4DB6-9C76-AD96094E36A8}" presName="textNode" presStyleLbl="bgShp" presStyleIdx="0" presStyleCnt="2"/>
      <dgm:spPr/>
    </dgm:pt>
    <dgm:pt modelId="{1BEFBFEF-A931-41CA-81ED-E6E227A0CA21}" type="pres">
      <dgm:prSet presAssocID="{5E3DC1D8-E479-4DB6-9C76-AD96094E36A8}" presName="compChildNode" presStyleCnt="0"/>
      <dgm:spPr/>
    </dgm:pt>
    <dgm:pt modelId="{BEE3EFAD-CD16-45F8-8DA6-ED3DAAC568BC}" type="pres">
      <dgm:prSet presAssocID="{5E3DC1D8-E479-4DB6-9C76-AD96094E36A8}" presName="theInnerList" presStyleCnt="0"/>
      <dgm:spPr/>
    </dgm:pt>
    <dgm:pt modelId="{23C60B93-EC02-4852-A6D2-86AA64DD815A}" type="pres">
      <dgm:prSet presAssocID="{5187FC82-3C86-44AD-A96A-B42FD9F7AF56}" presName="childNode" presStyleLbl="node1" presStyleIdx="0" presStyleCnt="4">
        <dgm:presLayoutVars>
          <dgm:bulletEnabled val="1"/>
        </dgm:presLayoutVars>
      </dgm:prSet>
      <dgm:spPr/>
    </dgm:pt>
    <dgm:pt modelId="{8B1194D8-4C93-4049-818E-0E595A4270E4}" type="pres">
      <dgm:prSet presAssocID="{5187FC82-3C86-44AD-A96A-B42FD9F7AF56}" presName="aSpace2" presStyleCnt="0"/>
      <dgm:spPr/>
    </dgm:pt>
    <dgm:pt modelId="{3843AE35-DB17-42DD-A9EA-7081DAA4029E}" type="pres">
      <dgm:prSet presAssocID="{B28E6313-7786-415D-8FB7-77D2BAEE17B7}" presName="childNode" presStyleLbl="node1" presStyleIdx="1" presStyleCnt="4">
        <dgm:presLayoutVars>
          <dgm:bulletEnabled val="1"/>
        </dgm:presLayoutVars>
      </dgm:prSet>
      <dgm:spPr/>
    </dgm:pt>
    <dgm:pt modelId="{0AEFB653-EFC5-4964-A7B7-2270C556B350}" type="pres">
      <dgm:prSet presAssocID="{5E3DC1D8-E479-4DB6-9C76-AD96094E36A8}" presName="aSpace" presStyleCnt="0"/>
      <dgm:spPr/>
    </dgm:pt>
    <dgm:pt modelId="{BC542F70-D00A-4875-9171-BB4CE9761FE1}" type="pres">
      <dgm:prSet presAssocID="{D0592E3F-42D2-4F41-9155-931E03011EE0}" presName="compNode" presStyleCnt="0"/>
      <dgm:spPr/>
    </dgm:pt>
    <dgm:pt modelId="{35F52539-2D63-4C5B-811E-E3427348E83A}" type="pres">
      <dgm:prSet presAssocID="{D0592E3F-42D2-4F41-9155-931E03011EE0}" presName="aNode" presStyleLbl="bgShp" presStyleIdx="1" presStyleCnt="2"/>
      <dgm:spPr/>
    </dgm:pt>
    <dgm:pt modelId="{F5450750-10BA-4AAC-AFBB-C510205263CB}" type="pres">
      <dgm:prSet presAssocID="{D0592E3F-42D2-4F41-9155-931E03011EE0}" presName="textNode" presStyleLbl="bgShp" presStyleIdx="1" presStyleCnt="2"/>
      <dgm:spPr/>
    </dgm:pt>
    <dgm:pt modelId="{3FEF4502-EBF4-4798-BE10-C9AC6C854332}" type="pres">
      <dgm:prSet presAssocID="{D0592E3F-42D2-4F41-9155-931E03011EE0}" presName="compChildNode" presStyleCnt="0"/>
      <dgm:spPr/>
    </dgm:pt>
    <dgm:pt modelId="{0E1D559D-9D57-4D73-86AD-6DA76234C895}" type="pres">
      <dgm:prSet presAssocID="{D0592E3F-42D2-4F41-9155-931E03011EE0}" presName="theInnerList" presStyleCnt="0"/>
      <dgm:spPr/>
    </dgm:pt>
    <dgm:pt modelId="{DD5B8956-79B8-4249-B392-A211D9F01E58}" type="pres">
      <dgm:prSet presAssocID="{3D3F174B-125F-4BB4-BA4F-8181EBAD06EB}" presName="childNode" presStyleLbl="node1" presStyleIdx="2" presStyleCnt="4">
        <dgm:presLayoutVars>
          <dgm:bulletEnabled val="1"/>
        </dgm:presLayoutVars>
      </dgm:prSet>
      <dgm:spPr/>
    </dgm:pt>
    <dgm:pt modelId="{634F9187-0BA9-49D9-9108-BB8431E97CC1}" type="pres">
      <dgm:prSet presAssocID="{3D3F174B-125F-4BB4-BA4F-8181EBAD06EB}" presName="aSpace2" presStyleCnt="0"/>
      <dgm:spPr/>
    </dgm:pt>
    <dgm:pt modelId="{9442EE40-6354-4C76-874D-81732497A63E}" type="pres">
      <dgm:prSet presAssocID="{8F80656C-6B07-4FE4-83C3-1D45B265A225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60DB3A15-E52C-41A5-AD82-8BCF35175DEA}" srcId="{6397327B-A1C9-43C6-AFD6-26A5670C7D48}" destId="{5E3DC1D8-E479-4DB6-9C76-AD96094E36A8}" srcOrd="0" destOrd="0" parTransId="{F73EFC2A-D075-4E2C-8679-59F05E0B54A7}" sibTransId="{811B0D04-EC78-4BFA-90F0-88D21283CE7F}"/>
    <dgm:cxn modelId="{42265247-A16A-4AE7-BA9D-EB7F7AD3F584}" type="presOf" srcId="{3D3F174B-125F-4BB4-BA4F-8181EBAD06EB}" destId="{DD5B8956-79B8-4249-B392-A211D9F01E58}" srcOrd="0" destOrd="0" presId="urn:microsoft.com/office/officeart/2005/8/layout/lProcess2"/>
    <dgm:cxn modelId="{E156264D-31A1-42B7-9F12-E85E4883C918}" type="presOf" srcId="{5E3DC1D8-E479-4DB6-9C76-AD96094E36A8}" destId="{DF47CD5B-E2AF-457E-9595-7F0C24C95C1F}" srcOrd="1" destOrd="0" presId="urn:microsoft.com/office/officeart/2005/8/layout/lProcess2"/>
    <dgm:cxn modelId="{1940E575-9051-4CA4-AAFE-9F1CACAB472E}" type="presOf" srcId="{6397327B-A1C9-43C6-AFD6-26A5670C7D48}" destId="{CCE36418-AC0C-431E-BE5A-ADCDC500880A}" srcOrd="0" destOrd="0" presId="urn:microsoft.com/office/officeart/2005/8/layout/lProcess2"/>
    <dgm:cxn modelId="{FCAD7A76-29A9-43F3-868B-07C86E56BEE5}" srcId="{5E3DC1D8-E479-4DB6-9C76-AD96094E36A8}" destId="{5187FC82-3C86-44AD-A96A-B42FD9F7AF56}" srcOrd="0" destOrd="0" parTransId="{A0204D28-C157-4304-AE72-B56F5C87B218}" sibTransId="{C04D17C9-90E9-484E-8E9B-E0FC17A9EB50}"/>
    <dgm:cxn modelId="{1F80F385-A097-43B4-B928-24ACC6F9D76D}" type="presOf" srcId="{D0592E3F-42D2-4F41-9155-931E03011EE0}" destId="{F5450750-10BA-4AAC-AFBB-C510205263CB}" srcOrd="1" destOrd="0" presId="urn:microsoft.com/office/officeart/2005/8/layout/lProcess2"/>
    <dgm:cxn modelId="{7274BE86-1902-4DD5-A8E8-A4A087E939DF}" srcId="{5E3DC1D8-E479-4DB6-9C76-AD96094E36A8}" destId="{B28E6313-7786-415D-8FB7-77D2BAEE17B7}" srcOrd="1" destOrd="0" parTransId="{AC83A472-742D-4FAC-B9DB-7072DA889563}" sibTransId="{056ACE20-B428-44DA-B975-51C29D27263B}"/>
    <dgm:cxn modelId="{8134EDA1-B0BE-43D5-B9E0-41EB6D41EB4A}" srcId="{D0592E3F-42D2-4F41-9155-931E03011EE0}" destId="{8F80656C-6B07-4FE4-83C3-1D45B265A225}" srcOrd="1" destOrd="0" parTransId="{1C578892-C522-43DC-BBEE-16819180C3A5}" sibTransId="{08ED4DE1-AE16-4EFC-BFE0-A781240D9A22}"/>
    <dgm:cxn modelId="{E38530C4-CBA1-4177-8DF4-07048CC782BA}" type="presOf" srcId="{5187FC82-3C86-44AD-A96A-B42FD9F7AF56}" destId="{23C60B93-EC02-4852-A6D2-86AA64DD815A}" srcOrd="0" destOrd="0" presId="urn:microsoft.com/office/officeart/2005/8/layout/lProcess2"/>
    <dgm:cxn modelId="{9420C8C9-7878-4EC6-A62F-9A3285979C12}" type="presOf" srcId="{D0592E3F-42D2-4F41-9155-931E03011EE0}" destId="{35F52539-2D63-4C5B-811E-E3427348E83A}" srcOrd="0" destOrd="0" presId="urn:microsoft.com/office/officeart/2005/8/layout/lProcess2"/>
    <dgm:cxn modelId="{AF4E19CE-1BAE-4338-A5FB-41A43DEDCCBC}" srcId="{D0592E3F-42D2-4F41-9155-931E03011EE0}" destId="{3D3F174B-125F-4BB4-BA4F-8181EBAD06EB}" srcOrd="0" destOrd="0" parTransId="{467110B8-C2A2-470B-86AB-A7B0B94EDB19}" sibTransId="{41D4E274-1F6A-4BDB-939D-275EECA4DB36}"/>
    <dgm:cxn modelId="{2B549FD6-31A7-4A19-962F-110115ED1C67}" type="presOf" srcId="{5E3DC1D8-E479-4DB6-9C76-AD96094E36A8}" destId="{7A5CC772-522E-4B35-9442-1BE54A373C5C}" srcOrd="0" destOrd="0" presId="urn:microsoft.com/office/officeart/2005/8/layout/lProcess2"/>
    <dgm:cxn modelId="{E10277E7-43C8-4922-A742-EC5A0755DF5E}" srcId="{6397327B-A1C9-43C6-AFD6-26A5670C7D48}" destId="{D0592E3F-42D2-4F41-9155-931E03011EE0}" srcOrd="1" destOrd="0" parTransId="{92B4A488-05AF-4592-B7AA-920DC42EE342}" sibTransId="{F0F434FF-E852-42D9-8B4F-37B185D52C71}"/>
    <dgm:cxn modelId="{89AFEFEE-8BC8-4CB5-81ED-2100EFF2C668}" type="presOf" srcId="{B28E6313-7786-415D-8FB7-77D2BAEE17B7}" destId="{3843AE35-DB17-42DD-A9EA-7081DAA4029E}" srcOrd="0" destOrd="0" presId="urn:microsoft.com/office/officeart/2005/8/layout/lProcess2"/>
    <dgm:cxn modelId="{702922FC-905C-461D-99CD-C672EA60D530}" type="presOf" srcId="{8F80656C-6B07-4FE4-83C3-1D45B265A225}" destId="{9442EE40-6354-4C76-874D-81732497A63E}" srcOrd="0" destOrd="0" presId="urn:microsoft.com/office/officeart/2005/8/layout/lProcess2"/>
    <dgm:cxn modelId="{7AFC2046-E7DF-44D1-8FF2-A0A8FE155C94}" type="presParOf" srcId="{CCE36418-AC0C-431E-BE5A-ADCDC500880A}" destId="{683DDB6C-DA73-4FB1-89BE-093DA8480C4F}" srcOrd="0" destOrd="0" presId="urn:microsoft.com/office/officeart/2005/8/layout/lProcess2"/>
    <dgm:cxn modelId="{410760FE-762A-48BF-821D-4B712B0E0CF4}" type="presParOf" srcId="{683DDB6C-DA73-4FB1-89BE-093DA8480C4F}" destId="{7A5CC772-522E-4B35-9442-1BE54A373C5C}" srcOrd="0" destOrd="0" presId="urn:microsoft.com/office/officeart/2005/8/layout/lProcess2"/>
    <dgm:cxn modelId="{2FD2A10C-6E76-4154-A5CE-39552CBF78AA}" type="presParOf" srcId="{683DDB6C-DA73-4FB1-89BE-093DA8480C4F}" destId="{DF47CD5B-E2AF-457E-9595-7F0C24C95C1F}" srcOrd="1" destOrd="0" presId="urn:microsoft.com/office/officeart/2005/8/layout/lProcess2"/>
    <dgm:cxn modelId="{03B2EB6B-1A05-4865-9E77-0EF4518FB5D4}" type="presParOf" srcId="{683DDB6C-DA73-4FB1-89BE-093DA8480C4F}" destId="{1BEFBFEF-A931-41CA-81ED-E6E227A0CA21}" srcOrd="2" destOrd="0" presId="urn:microsoft.com/office/officeart/2005/8/layout/lProcess2"/>
    <dgm:cxn modelId="{B48E0C41-BA85-476B-B623-2F7E139E09BA}" type="presParOf" srcId="{1BEFBFEF-A931-41CA-81ED-E6E227A0CA21}" destId="{BEE3EFAD-CD16-45F8-8DA6-ED3DAAC568BC}" srcOrd="0" destOrd="0" presId="urn:microsoft.com/office/officeart/2005/8/layout/lProcess2"/>
    <dgm:cxn modelId="{4513E585-7BB5-4F97-9BD3-398EFE7B0526}" type="presParOf" srcId="{BEE3EFAD-CD16-45F8-8DA6-ED3DAAC568BC}" destId="{23C60B93-EC02-4852-A6D2-86AA64DD815A}" srcOrd="0" destOrd="0" presId="urn:microsoft.com/office/officeart/2005/8/layout/lProcess2"/>
    <dgm:cxn modelId="{F3E3390C-5F9D-4623-838B-F7BB1B577FC4}" type="presParOf" srcId="{BEE3EFAD-CD16-45F8-8DA6-ED3DAAC568BC}" destId="{8B1194D8-4C93-4049-818E-0E595A4270E4}" srcOrd="1" destOrd="0" presId="urn:microsoft.com/office/officeart/2005/8/layout/lProcess2"/>
    <dgm:cxn modelId="{EA42092F-824A-4AF7-8B88-AFDCB61B5D39}" type="presParOf" srcId="{BEE3EFAD-CD16-45F8-8DA6-ED3DAAC568BC}" destId="{3843AE35-DB17-42DD-A9EA-7081DAA4029E}" srcOrd="2" destOrd="0" presId="urn:microsoft.com/office/officeart/2005/8/layout/lProcess2"/>
    <dgm:cxn modelId="{AD8E548B-93EB-48B5-94CB-D486DE7CFA41}" type="presParOf" srcId="{CCE36418-AC0C-431E-BE5A-ADCDC500880A}" destId="{0AEFB653-EFC5-4964-A7B7-2270C556B350}" srcOrd="1" destOrd="0" presId="urn:microsoft.com/office/officeart/2005/8/layout/lProcess2"/>
    <dgm:cxn modelId="{7E8B5B6F-F08E-44BF-A7F8-E7CA8D9A0A44}" type="presParOf" srcId="{CCE36418-AC0C-431E-BE5A-ADCDC500880A}" destId="{BC542F70-D00A-4875-9171-BB4CE9761FE1}" srcOrd="2" destOrd="0" presId="urn:microsoft.com/office/officeart/2005/8/layout/lProcess2"/>
    <dgm:cxn modelId="{6544C262-4D6D-43BA-9C84-CB80118A670F}" type="presParOf" srcId="{BC542F70-D00A-4875-9171-BB4CE9761FE1}" destId="{35F52539-2D63-4C5B-811E-E3427348E83A}" srcOrd="0" destOrd="0" presId="urn:microsoft.com/office/officeart/2005/8/layout/lProcess2"/>
    <dgm:cxn modelId="{C4FADA63-F95C-4C84-A3F0-DFADC131DC1B}" type="presParOf" srcId="{BC542F70-D00A-4875-9171-BB4CE9761FE1}" destId="{F5450750-10BA-4AAC-AFBB-C510205263CB}" srcOrd="1" destOrd="0" presId="urn:microsoft.com/office/officeart/2005/8/layout/lProcess2"/>
    <dgm:cxn modelId="{AEE060CC-0C61-4B84-8E85-BF87B1734F9C}" type="presParOf" srcId="{BC542F70-D00A-4875-9171-BB4CE9761FE1}" destId="{3FEF4502-EBF4-4798-BE10-C9AC6C854332}" srcOrd="2" destOrd="0" presId="urn:microsoft.com/office/officeart/2005/8/layout/lProcess2"/>
    <dgm:cxn modelId="{4F58686A-E927-4D99-ABF8-FB10F2EBC942}" type="presParOf" srcId="{3FEF4502-EBF4-4798-BE10-C9AC6C854332}" destId="{0E1D559D-9D57-4D73-86AD-6DA76234C895}" srcOrd="0" destOrd="0" presId="urn:microsoft.com/office/officeart/2005/8/layout/lProcess2"/>
    <dgm:cxn modelId="{2C4CB3E9-C2BC-44F0-B41C-CFB788F8EB3F}" type="presParOf" srcId="{0E1D559D-9D57-4D73-86AD-6DA76234C895}" destId="{DD5B8956-79B8-4249-B392-A211D9F01E58}" srcOrd="0" destOrd="0" presId="urn:microsoft.com/office/officeart/2005/8/layout/lProcess2"/>
    <dgm:cxn modelId="{1FAB86F5-8AA7-4A12-8FA8-C79263E0CEFB}" type="presParOf" srcId="{0E1D559D-9D57-4D73-86AD-6DA76234C895}" destId="{634F9187-0BA9-49D9-9108-BB8431E97CC1}" srcOrd="1" destOrd="0" presId="urn:microsoft.com/office/officeart/2005/8/layout/lProcess2"/>
    <dgm:cxn modelId="{8B8AA49E-27FB-4DD8-B351-BB0A2BD0CDF1}" type="presParOf" srcId="{0E1D559D-9D57-4D73-86AD-6DA76234C895}" destId="{9442EE40-6354-4C76-874D-81732497A63E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397327B-A1C9-43C6-AFD6-26A5670C7D48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E3DC1D8-E479-4DB6-9C76-AD96094E36A8}">
      <dgm:prSet phldrT="[Texte]"/>
      <dgm:spPr/>
      <dgm:t>
        <a:bodyPr/>
        <a:lstStyle/>
        <a:p>
          <a:r>
            <a:rPr lang="fr-FR" dirty="0"/>
            <a:t>Model 0</a:t>
          </a:r>
        </a:p>
      </dgm:t>
    </dgm:pt>
    <dgm:pt modelId="{F73EFC2A-D075-4E2C-8679-59F05E0B54A7}" type="parTrans" cxnId="{60DB3A15-E52C-41A5-AD82-8BCF35175DEA}">
      <dgm:prSet/>
      <dgm:spPr/>
      <dgm:t>
        <a:bodyPr/>
        <a:lstStyle/>
        <a:p>
          <a:endParaRPr lang="fr-FR"/>
        </a:p>
      </dgm:t>
    </dgm:pt>
    <dgm:pt modelId="{811B0D04-EC78-4BFA-90F0-88D21283CE7F}" type="sibTrans" cxnId="{60DB3A15-E52C-41A5-AD82-8BCF35175DEA}">
      <dgm:prSet/>
      <dgm:spPr/>
      <dgm:t>
        <a:bodyPr/>
        <a:lstStyle/>
        <a:p>
          <a:endParaRPr lang="fr-FR"/>
        </a:p>
      </dgm:t>
    </dgm:pt>
    <dgm:pt modelId="{5187FC82-3C86-44AD-A96A-B42FD9F7AF56}">
      <dgm:prSet phldrT="[Texte]"/>
      <dgm:spPr/>
      <dgm:t>
        <a:bodyPr/>
        <a:lstStyle/>
        <a:p>
          <a:r>
            <a:rPr lang="fr-FR" dirty="0" err="1"/>
            <a:t>StandardScaler</a:t>
          </a:r>
          <a:r>
            <a:rPr lang="fr-FR" dirty="0"/>
            <a:t>()</a:t>
          </a:r>
        </a:p>
      </dgm:t>
    </dgm:pt>
    <dgm:pt modelId="{A0204D28-C157-4304-AE72-B56F5C87B218}" type="parTrans" cxnId="{FCAD7A76-29A9-43F3-868B-07C86E56BEE5}">
      <dgm:prSet/>
      <dgm:spPr/>
      <dgm:t>
        <a:bodyPr/>
        <a:lstStyle/>
        <a:p>
          <a:endParaRPr lang="fr-FR"/>
        </a:p>
      </dgm:t>
    </dgm:pt>
    <dgm:pt modelId="{C04D17C9-90E9-484E-8E9B-E0FC17A9EB50}" type="sibTrans" cxnId="{FCAD7A76-29A9-43F3-868B-07C86E56BEE5}">
      <dgm:prSet/>
      <dgm:spPr/>
      <dgm:t>
        <a:bodyPr/>
        <a:lstStyle/>
        <a:p>
          <a:endParaRPr lang="fr-FR"/>
        </a:p>
      </dgm:t>
    </dgm:pt>
    <dgm:pt modelId="{B28E6313-7786-415D-8FB7-77D2BAEE17B7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(n = 4)</a:t>
          </a:r>
        </a:p>
      </dgm:t>
    </dgm:pt>
    <dgm:pt modelId="{AC83A472-742D-4FAC-B9DB-7072DA889563}" type="parTrans" cxnId="{7274BE86-1902-4DD5-A8E8-A4A087E939DF}">
      <dgm:prSet/>
      <dgm:spPr/>
      <dgm:t>
        <a:bodyPr/>
        <a:lstStyle/>
        <a:p>
          <a:endParaRPr lang="fr-FR"/>
        </a:p>
      </dgm:t>
    </dgm:pt>
    <dgm:pt modelId="{056ACE20-B428-44DA-B975-51C29D27263B}" type="sibTrans" cxnId="{7274BE86-1902-4DD5-A8E8-A4A087E939DF}">
      <dgm:prSet/>
      <dgm:spPr/>
      <dgm:t>
        <a:bodyPr/>
        <a:lstStyle/>
        <a:p>
          <a:endParaRPr lang="fr-FR"/>
        </a:p>
      </dgm:t>
    </dgm:pt>
    <dgm:pt modelId="{D0592E3F-42D2-4F41-9155-931E03011EE0}">
      <dgm:prSet phldrT="[Texte]"/>
      <dgm:spPr/>
      <dgm:t>
        <a:bodyPr/>
        <a:lstStyle/>
        <a:p>
          <a:r>
            <a:rPr lang="fr-FR" dirty="0"/>
            <a:t>Model x1</a:t>
          </a:r>
        </a:p>
      </dgm:t>
    </dgm:pt>
    <dgm:pt modelId="{92B4A488-05AF-4592-B7AA-920DC42EE342}" type="parTrans" cxnId="{E10277E7-43C8-4922-A742-EC5A0755DF5E}">
      <dgm:prSet/>
      <dgm:spPr/>
      <dgm:t>
        <a:bodyPr/>
        <a:lstStyle/>
        <a:p>
          <a:endParaRPr lang="fr-FR"/>
        </a:p>
      </dgm:t>
    </dgm:pt>
    <dgm:pt modelId="{F0F434FF-E852-42D9-8B4F-37B185D52C71}" type="sibTrans" cxnId="{E10277E7-43C8-4922-A742-EC5A0755DF5E}">
      <dgm:prSet/>
      <dgm:spPr/>
      <dgm:t>
        <a:bodyPr/>
        <a:lstStyle/>
        <a:p>
          <a:endParaRPr lang="fr-FR"/>
        </a:p>
      </dgm:t>
    </dgm:pt>
    <dgm:pt modelId="{3D3F174B-125F-4BB4-BA4F-8181EBAD06EB}">
      <dgm:prSet phldrT="[Texte]"/>
      <dgm:spPr/>
      <dgm:t>
        <a:bodyPr/>
        <a:lstStyle/>
        <a:p>
          <a:r>
            <a:rPr lang="fr-FR" dirty="0" err="1"/>
            <a:t>StandardScaler</a:t>
          </a:r>
          <a:r>
            <a:rPr lang="fr-FR" dirty="0"/>
            <a:t>()</a:t>
          </a:r>
        </a:p>
      </dgm:t>
    </dgm:pt>
    <dgm:pt modelId="{467110B8-C2A2-470B-86AB-A7B0B94EDB19}" type="parTrans" cxnId="{AF4E19CE-1BAE-4338-A5FB-41A43DEDCCBC}">
      <dgm:prSet/>
      <dgm:spPr/>
      <dgm:t>
        <a:bodyPr/>
        <a:lstStyle/>
        <a:p>
          <a:endParaRPr lang="fr-FR"/>
        </a:p>
      </dgm:t>
    </dgm:pt>
    <dgm:pt modelId="{41D4E274-1F6A-4BDB-939D-275EECA4DB36}" type="sibTrans" cxnId="{AF4E19CE-1BAE-4338-A5FB-41A43DEDCCBC}">
      <dgm:prSet/>
      <dgm:spPr/>
      <dgm:t>
        <a:bodyPr/>
        <a:lstStyle/>
        <a:p>
          <a:endParaRPr lang="fr-FR"/>
        </a:p>
      </dgm:t>
    </dgm:pt>
    <dgm:pt modelId="{8F80656C-6B07-4FE4-83C3-1D45B265A225}">
      <dgm:prSet phldrT="[Texte]"/>
      <dgm:spPr/>
      <dgm:t>
        <a:bodyPr/>
        <a:lstStyle/>
        <a:p>
          <a:r>
            <a:rPr lang="fr-FR" dirty="0" err="1"/>
            <a:t>Kmeans</a:t>
          </a:r>
          <a:r>
            <a:rPr lang="fr-FR" dirty="0"/>
            <a:t>(n=4)</a:t>
          </a:r>
        </a:p>
      </dgm:t>
    </dgm:pt>
    <dgm:pt modelId="{1C578892-C522-43DC-BBEE-16819180C3A5}" type="parTrans" cxnId="{8134EDA1-B0BE-43D5-B9E0-41EB6D41EB4A}">
      <dgm:prSet/>
      <dgm:spPr/>
      <dgm:t>
        <a:bodyPr/>
        <a:lstStyle/>
        <a:p>
          <a:endParaRPr lang="fr-FR"/>
        </a:p>
      </dgm:t>
    </dgm:pt>
    <dgm:pt modelId="{08ED4DE1-AE16-4EFC-BFE0-A781240D9A22}" type="sibTrans" cxnId="{8134EDA1-B0BE-43D5-B9E0-41EB6D41EB4A}">
      <dgm:prSet/>
      <dgm:spPr/>
      <dgm:t>
        <a:bodyPr/>
        <a:lstStyle/>
        <a:p>
          <a:endParaRPr lang="fr-FR"/>
        </a:p>
      </dgm:t>
    </dgm:pt>
    <dgm:pt modelId="{CCE36418-AC0C-431E-BE5A-ADCDC500880A}" type="pres">
      <dgm:prSet presAssocID="{6397327B-A1C9-43C6-AFD6-26A5670C7D48}" presName="theList" presStyleCnt="0">
        <dgm:presLayoutVars>
          <dgm:dir/>
          <dgm:animLvl val="lvl"/>
          <dgm:resizeHandles val="exact"/>
        </dgm:presLayoutVars>
      </dgm:prSet>
      <dgm:spPr/>
    </dgm:pt>
    <dgm:pt modelId="{683DDB6C-DA73-4FB1-89BE-093DA8480C4F}" type="pres">
      <dgm:prSet presAssocID="{5E3DC1D8-E479-4DB6-9C76-AD96094E36A8}" presName="compNode" presStyleCnt="0"/>
      <dgm:spPr/>
    </dgm:pt>
    <dgm:pt modelId="{7A5CC772-522E-4B35-9442-1BE54A373C5C}" type="pres">
      <dgm:prSet presAssocID="{5E3DC1D8-E479-4DB6-9C76-AD96094E36A8}" presName="aNode" presStyleLbl="bgShp" presStyleIdx="0" presStyleCnt="2"/>
      <dgm:spPr/>
    </dgm:pt>
    <dgm:pt modelId="{DF47CD5B-E2AF-457E-9595-7F0C24C95C1F}" type="pres">
      <dgm:prSet presAssocID="{5E3DC1D8-E479-4DB6-9C76-AD96094E36A8}" presName="textNode" presStyleLbl="bgShp" presStyleIdx="0" presStyleCnt="2"/>
      <dgm:spPr/>
    </dgm:pt>
    <dgm:pt modelId="{1BEFBFEF-A931-41CA-81ED-E6E227A0CA21}" type="pres">
      <dgm:prSet presAssocID="{5E3DC1D8-E479-4DB6-9C76-AD96094E36A8}" presName="compChildNode" presStyleCnt="0"/>
      <dgm:spPr/>
    </dgm:pt>
    <dgm:pt modelId="{BEE3EFAD-CD16-45F8-8DA6-ED3DAAC568BC}" type="pres">
      <dgm:prSet presAssocID="{5E3DC1D8-E479-4DB6-9C76-AD96094E36A8}" presName="theInnerList" presStyleCnt="0"/>
      <dgm:spPr/>
    </dgm:pt>
    <dgm:pt modelId="{23C60B93-EC02-4852-A6D2-86AA64DD815A}" type="pres">
      <dgm:prSet presAssocID="{5187FC82-3C86-44AD-A96A-B42FD9F7AF56}" presName="childNode" presStyleLbl="node1" presStyleIdx="0" presStyleCnt="4">
        <dgm:presLayoutVars>
          <dgm:bulletEnabled val="1"/>
        </dgm:presLayoutVars>
      </dgm:prSet>
      <dgm:spPr/>
    </dgm:pt>
    <dgm:pt modelId="{8B1194D8-4C93-4049-818E-0E595A4270E4}" type="pres">
      <dgm:prSet presAssocID="{5187FC82-3C86-44AD-A96A-B42FD9F7AF56}" presName="aSpace2" presStyleCnt="0"/>
      <dgm:spPr/>
    </dgm:pt>
    <dgm:pt modelId="{3843AE35-DB17-42DD-A9EA-7081DAA4029E}" type="pres">
      <dgm:prSet presAssocID="{B28E6313-7786-415D-8FB7-77D2BAEE17B7}" presName="childNode" presStyleLbl="node1" presStyleIdx="1" presStyleCnt="4">
        <dgm:presLayoutVars>
          <dgm:bulletEnabled val="1"/>
        </dgm:presLayoutVars>
      </dgm:prSet>
      <dgm:spPr/>
    </dgm:pt>
    <dgm:pt modelId="{0AEFB653-EFC5-4964-A7B7-2270C556B350}" type="pres">
      <dgm:prSet presAssocID="{5E3DC1D8-E479-4DB6-9C76-AD96094E36A8}" presName="aSpace" presStyleCnt="0"/>
      <dgm:spPr/>
    </dgm:pt>
    <dgm:pt modelId="{BC542F70-D00A-4875-9171-BB4CE9761FE1}" type="pres">
      <dgm:prSet presAssocID="{D0592E3F-42D2-4F41-9155-931E03011EE0}" presName="compNode" presStyleCnt="0"/>
      <dgm:spPr/>
    </dgm:pt>
    <dgm:pt modelId="{35F52539-2D63-4C5B-811E-E3427348E83A}" type="pres">
      <dgm:prSet presAssocID="{D0592E3F-42D2-4F41-9155-931E03011EE0}" presName="aNode" presStyleLbl="bgShp" presStyleIdx="1" presStyleCnt="2"/>
      <dgm:spPr/>
    </dgm:pt>
    <dgm:pt modelId="{F5450750-10BA-4AAC-AFBB-C510205263CB}" type="pres">
      <dgm:prSet presAssocID="{D0592E3F-42D2-4F41-9155-931E03011EE0}" presName="textNode" presStyleLbl="bgShp" presStyleIdx="1" presStyleCnt="2"/>
      <dgm:spPr/>
    </dgm:pt>
    <dgm:pt modelId="{3FEF4502-EBF4-4798-BE10-C9AC6C854332}" type="pres">
      <dgm:prSet presAssocID="{D0592E3F-42D2-4F41-9155-931E03011EE0}" presName="compChildNode" presStyleCnt="0"/>
      <dgm:spPr/>
    </dgm:pt>
    <dgm:pt modelId="{0E1D559D-9D57-4D73-86AD-6DA76234C895}" type="pres">
      <dgm:prSet presAssocID="{D0592E3F-42D2-4F41-9155-931E03011EE0}" presName="theInnerList" presStyleCnt="0"/>
      <dgm:spPr/>
    </dgm:pt>
    <dgm:pt modelId="{DD5B8956-79B8-4249-B392-A211D9F01E58}" type="pres">
      <dgm:prSet presAssocID="{3D3F174B-125F-4BB4-BA4F-8181EBAD06EB}" presName="childNode" presStyleLbl="node1" presStyleIdx="2" presStyleCnt="4">
        <dgm:presLayoutVars>
          <dgm:bulletEnabled val="1"/>
        </dgm:presLayoutVars>
      </dgm:prSet>
      <dgm:spPr/>
    </dgm:pt>
    <dgm:pt modelId="{634F9187-0BA9-49D9-9108-BB8431E97CC1}" type="pres">
      <dgm:prSet presAssocID="{3D3F174B-125F-4BB4-BA4F-8181EBAD06EB}" presName="aSpace2" presStyleCnt="0"/>
      <dgm:spPr/>
    </dgm:pt>
    <dgm:pt modelId="{9442EE40-6354-4C76-874D-81732497A63E}" type="pres">
      <dgm:prSet presAssocID="{8F80656C-6B07-4FE4-83C3-1D45B265A225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60DB3A15-E52C-41A5-AD82-8BCF35175DEA}" srcId="{6397327B-A1C9-43C6-AFD6-26A5670C7D48}" destId="{5E3DC1D8-E479-4DB6-9C76-AD96094E36A8}" srcOrd="0" destOrd="0" parTransId="{F73EFC2A-D075-4E2C-8679-59F05E0B54A7}" sibTransId="{811B0D04-EC78-4BFA-90F0-88D21283CE7F}"/>
    <dgm:cxn modelId="{42265247-A16A-4AE7-BA9D-EB7F7AD3F584}" type="presOf" srcId="{3D3F174B-125F-4BB4-BA4F-8181EBAD06EB}" destId="{DD5B8956-79B8-4249-B392-A211D9F01E58}" srcOrd="0" destOrd="0" presId="urn:microsoft.com/office/officeart/2005/8/layout/lProcess2"/>
    <dgm:cxn modelId="{E156264D-31A1-42B7-9F12-E85E4883C918}" type="presOf" srcId="{5E3DC1D8-E479-4DB6-9C76-AD96094E36A8}" destId="{DF47CD5B-E2AF-457E-9595-7F0C24C95C1F}" srcOrd="1" destOrd="0" presId="urn:microsoft.com/office/officeart/2005/8/layout/lProcess2"/>
    <dgm:cxn modelId="{1940E575-9051-4CA4-AAFE-9F1CACAB472E}" type="presOf" srcId="{6397327B-A1C9-43C6-AFD6-26A5670C7D48}" destId="{CCE36418-AC0C-431E-BE5A-ADCDC500880A}" srcOrd="0" destOrd="0" presId="urn:microsoft.com/office/officeart/2005/8/layout/lProcess2"/>
    <dgm:cxn modelId="{FCAD7A76-29A9-43F3-868B-07C86E56BEE5}" srcId="{5E3DC1D8-E479-4DB6-9C76-AD96094E36A8}" destId="{5187FC82-3C86-44AD-A96A-B42FD9F7AF56}" srcOrd="0" destOrd="0" parTransId="{A0204D28-C157-4304-AE72-B56F5C87B218}" sibTransId="{C04D17C9-90E9-484E-8E9B-E0FC17A9EB50}"/>
    <dgm:cxn modelId="{1F80F385-A097-43B4-B928-24ACC6F9D76D}" type="presOf" srcId="{D0592E3F-42D2-4F41-9155-931E03011EE0}" destId="{F5450750-10BA-4AAC-AFBB-C510205263CB}" srcOrd="1" destOrd="0" presId="urn:microsoft.com/office/officeart/2005/8/layout/lProcess2"/>
    <dgm:cxn modelId="{7274BE86-1902-4DD5-A8E8-A4A087E939DF}" srcId="{5E3DC1D8-E479-4DB6-9C76-AD96094E36A8}" destId="{B28E6313-7786-415D-8FB7-77D2BAEE17B7}" srcOrd="1" destOrd="0" parTransId="{AC83A472-742D-4FAC-B9DB-7072DA889563}" sibTransId="{056ACE20-B428-44DA-B975-51C29D27263B}"/>
    <dgm:cxn modelId="{8134EDA1-B0BE-43D5-B9E0-41EB6D41EB4A}" srcId="{D0592E3F-42D2-4F41-9155-931E03011EE0}" destId="{8F80656C-6B07-4FE4-83C3-1D45B265A225}" srcOrd="1" destOrd="0" parTransId="{1C578892-C522-43DC-BBEE-16819180C3A5}" sibTransId="{08ED4DE1-AE16-4EFC-BFE0-A781240D9A22}"/>
    <dgm:cxn modelId="{E38530C4-CBA1-4177-8DF4-07048CC782BA}" type="presOf" srcId="{5187FC82-3C86-44AD-A96A-B42FD9F7AF56}" destId="{23C60B93-EC02-4852-A6D2-86AA64DD815A}" srcOrd="0" destOrd="0" presId="urn:microsoft.com/office/officeart/2005/8/layout/lProcess2"/>
    <dgm:cxn modelId="{9420C8C9-7878-4EC6-A62F-9A3285979C12}" type="presOf" srcId="{D0592E3F-42D2-4F41-9155-931E03011EE0}" destId="{35F52539-2D63-4C5B-811E-E3427348E83A}" srcOrd="0" destOrd="0" presId="urn:microsoft.com/office/officeart/2005/8/layout/lProcess2"/>
    <dgm:cxn modelId="{AF4E19CE-1BAE-4338-A5FB-41A43DEDCCBC}" srcId="{D0592E3F-42D2-4F41-9155-931E03011EE0}" destId="{3D3F174B-125F-4BB4-BA4F-8181EBAD06EB}" srcOrd="0" destOrd="0" parTransId="{467110B8-C2A2-470B-86AB-A7B0B94EDB19}" sibTransId="{41D4E274-1F6A-4BDB-939D-275EECA4DB36}"/>
    <dgm:cxn modelId="{2B549FD6-31A7-4A19-962F-110115ED1C67}" type="presOf" srcId="{5E3DC1D8-E479-4DB6-9C76-AD96094E36A8}" destId="{7A5CC772-522E-4B35-9442-1BE54A373C5C}" srcOrd="0" destOrd="0" presId="urn:microsoft.com/office/officeart/2005/8/layout/lProcess2"/>
    <dgm:cxn modelId="{E10277E7-43C8-4922-A742-EC5A0755DF5E}" srcId="{6397327B-A1C9-43C6-AFD6-26A5670C7D48}" destId="{D0592E3F-42D2-4F41-9155-931E03011EE0}" srcOrd="1" destOrd="0" parTransId="{92B4A488-05AF-4592-B7AA-920DC42EE342}" sibTransId="{F0F434FF-E852-42D9-8B4F-37B185D52C71}"/>
    <dgm:cxn modelId="{89AFEFEE-8BC8-4CB5-81ED-2100EFF2C668}" type="presOf" srcId="{B28E6313-7786-415D-8FB7-77D2BAEE17B7}" destId="{3843AE35-DB17-42DD-A9EA-7081DAA4029E}" srcOrd="0" destOrd="0" presId="urn:microsoft.com/office/officeart/2005/8/layout/lProcess2"/>
    <dgm:cxn modelId="{702922FC-905C-461D-99CD-C672EA60D530}" type="presOf" srcId="{8F80656C-6B07-4FE4-83C3-1D45B265A225}" destId="{9442EE40-6354-4C76-874D-81732497A63E}" srcOrd="0" destOrd="0" presId="urn:microsoft.com/office/officeart/2005/8/layout/lProcess2"/>
    <dgm:cxn modelId="{7AFC2046-E7DF-44D1-8FF2-A0A8FE155C94}" type="presParOf" srcId="{CCE36418-AC0C-431E-BE5A-ADCDC500880A}" destId="{683DDB6C-DA73-4FB1-89BE-093DA8480C4F}" srcOrd="0" destOrd="0" presId="urn:microsoft.com/office/officeart/2005/8/layout/lProcess2"/>
    <dgm:cxn modelId="{410760FE-762A-48BF-821D-4B712B0E0CF4}" type="presParOf" srcId="{683DDB6C-DA73-4FB1-89BE-093DA8480C4F}" destId="{7A5CC772-522E-4B35-9442-1BE54A373C5C}" srcOrd="0" destOrd="0" presId="urn:microsoft.com/office/officeart/2005/8/layout/lProcess2"/>
    <dgm:cxn modelId="{2FD2A10C-6E76-4154-A5CE-39552CBF78AA}" type="presParOf" srcId="{683DDB6C-DA73-4FB1-89BE-093DA8480C4F}" destId="{DF47CD5B-E2AF-457E-9595-7F0C24C95C1F}" srcOrd="1" destOrd="0" presId="urn:microsoft.com/office/officeart/2005/8/layout/lProcess2"/>
    <dgm:cxn modelId="{03B2EB6B-1A05-4865-9E77-0EF4518FB5D4}" type="presParOf" srcId="{683DDB6C-DA73-4FB1-89BE-093DA8480C4F}" destId="{1BEFBFEF-A931-41CA-81ED-E6E227A0CA21}" srcOrd="2" destOrd="0" presId="urn:microsoft.com/office/officeart/2005/8/layout/lProcess2"/>
    <dgm:cxn modelId="{B48E0C41-BA85-476B-B623-2F7E139E09BA}" type="presParOf" srcId="{1BEFBFEF-A931-41CA-81ED-E6E227A0CA21}" destId="{BEE3EFAD-CD16-45F8-8DA6-ED3DAAC568BC}" srcOrd="0" destOrd="0" presId="urn:microsoft.com/office/officeart/2005/8/layout/lProcess2"/>
    <dgm:cxn modelId="{4513E585-7BB5-4F97-9BD3-398EFE7B0526}" type="presParOf" srcId="{BEE3EFAD-CD16-45F8-8DA6-ED3DAAC568BC}" destId="{23C60B93-EC02-4852-A6D2-86AA64DD815A}" srcOrd="0" destOrd="0" presId="urn:microsoft.com/office/officeart/2005/8/layout/lProcess2"/>
    <dgm:cxn modelId="{F3E3390C-5F9D-4623-838B-F7BB1B577FC4}" type="presParOf" srcId="{BEE3EFAD-CD16-45F8-8DA6-ED3DAAC568BC}" destId="{8B1194D8-4C93-4049-818E-0E595A4270E4}" srcOrd="1" destOrd="0" presId="urn:microsoft.com/office/officeart/2005/8/layout/lProcess2"/>
    <dgm:cxn modelId="{EA42092F-824A-4AF7-8B88-AFDCB61B5D39}" type="presParOf" srcId="{BEE3EFAD-CD16-45F8-8DA6-ED3DAAC568BC}" destId="{3843AE35-DB17-42DD-A9EA-7081DAA4029E}" srcOrd="2" destOrd="0" presId="urn:microsoft.com/office/officeart/2005/8/layout/lProcess2"/>
    <dgm:cxn modelId="{AD8E548B-93EB-48B5-94CB-D486DE7CFA41}" type="presParOf" srcId="{CCE36418-AC0C-431E-BE5A-ADCDC500880A}" destId="{0AEFB653-EFC5-4964-A7B7-2270C556B350}" srcOrd="1" destOrd="0" presId="urn:microsoft.com/office/officeart/2005/8/layout/lProcess2"/>
    <dgm:cxn modelId="{7E8B5B6F-F08E-44BF-A7F8-E7CA8D9A0A44}" type="presParOf" srcId="{CCE36418-AC0C-431E-BE5A-ADCDC500880A}" destId="{BC542F70-D00A-4875-9171-BB4CE9761FE1}" srcOrd="2" destOrd="0" presId="urn:microsoft.com/office/officeart/2005/8/layout/lProcess2"/>
    <dgm:cxn modelId="{6544C262-4D6D-43BA-9C84-CB80118A670F}" type="presParOf" srcId="{BC542F70-D00A-4875-9171-BB4CE9761FE1}" destId="{35F52539-2D63-4C5B-811E-E3427348E83A}" srcOrd="0" destOrd="0" presId="urn:microsoft.com/office/officeart/2005/8/layout/lProcess2"/>
    <dgm:cxn modelId="{C4FADA63-F95C-4C84-A3F0-DFADC131DC1B}" type="presParOf" srcId="{BC542F70-D00A-4875-9171-BB4CE9761FE1}" destId="{F5450750-10BA-4AAC-AFBB-C510205263CB}" srcOrd="1" destOrd="0" presId="urn:microsoft.com/office/officeart/2005/8/layout/lProcess2"/>
    <dgm:cxn modelId="{AEE060CC-0C61-4B84-8E85-BF87B1734F9C}" type="presParOf" srcId="{BC542F70-D00A-4875-9171-BB4CE9761FE1}" destId="{3FEF4502-EBF4-4798-BE10-C9AC6C854332}" srcOrd="2" destOrd="0" presId="urn:microsoft.com/office/officeart/2005/8/layout/lProcess2"/>
    <dgm:cxn modelId="{4F58686A-E927-4D99-ABF8-FB10F2EBC942}" type="presParOf" srcId="{3FEF4502-EBF4-4798-BE10-C9AC6C854332}" destId="{0E1D559D-9D57-4D73-86AD-6DA76234C895}" srcOrd="0" destOrd="0" presId="urn:microsoft.com/office/officeart/2005/8/layout/lProcess2"/>
    <dgm:cxn modelId="{2C4CB3E9-C2BC-44F0-B41C-CFB788F8EB3F}" type="presParOf" srcId="{0E1D559D-9D57-4D73-86AD-6DA76234C895}" destId="{DD5B8956-79B8-4249-B392-A211D9F01E58}" srcOrd="0" destOrd="0" presId="urn:microsoft.com/office/officeart/2005/8/layout/lProcess2"/>
    <dgm:cxn modelId="{1FAB86F5-8AA7-4A12-8FA8-C79263E0CEFB}" type="presParOf" srcId="{0E1D559D-9D57-4D73-86AD-6DA76234C895}" destId="{634F9187-0BA9-49D9-9108-BB8431E97CC1}" srcOrd="1" destOrd="0" presId="urn:microsoft.com/office/officeart/2005/8/layout/lProcess2"/>
    <dgm:cxn modelId="{8B8AA49E-27FB-4DD8-B351-BB0A2BD0CDF1}" type="presParOf" srcId="{0E1D559D-9D57-4D73-86AD-6DA76234C895}" destId="{9442EE40-6354-4C76-874D-81732497A63E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DE764C-D6BB-4DD8-8B3A-5FAC03BE0D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C89984-A9C6-41CD-A60D-A4CD0FBF8B5B}">
      <dgm:prSet/>
      <dgm:spPr/>
      <dgm:t>
        <a:bodyPr/>
        <a:lstStyle/>
        <a:p>
          <a:r>
            <a:rPr lang="fr-FR" dirty="0" err="1"/>
            <a:t>Dataset</a:t>
          </a:r>
          <a:r>
            <a:rPr lang="fr-FR" dirty="0"/>
            <a:t> clean and full</a:t>
          </a:r>
          <a:endParaRPr lang="en-US" dirty="0"/>
        </a:p>
      </dgm:t>
    </dgm:pt>
    <dgm:pt modelId="{78796D0F-CB25-4E47-87D8-82B3EAC33C8D}" type="parTrans" cxnId="{6B0D3D8A-D7DB-4171-BB88-9E49F8BCAA53}">
      <dgm:prSet/>
      <dgm:spPr/>
      <dgm:t>
        <a:bodyPr/>
        <a:lstStyle/>
        <a:p>
          <a:endParaRPr lang="en-US"/>
        </a:p>
      </dgm:t>
    </dgm:pt>
    <dgm:pt modelId="{E5D99B47-8BE6-4BA2-ABE6-D1EEEB3F639C}" type="sibTrans" cxnId="{6B0D3D8A-D7DB-4171-BB88-9E49F8BCAA53}">
      <dgm:prSet/>
      <dgm:spPr/>
      <dgm:t>
        <a:bodyPr/>
        <a:lstStyle/>
        <a:p>
          <a:endParaRPr lang="en-US"/>
        </a:p>
      </dgm:t>
    </dgm:pt>
    <dgm:pt modelId="{963993B1-7107-45D7-AD2D-416C1199867C}">
      <dgm:prSet/>
      <dgm:spPr/>
      <dgm:t>
        <a:bodyPr/>
        <a:lstStyle/>
        <a:p>
          <a:r>
            <a:rPr lang="fr-FR" dirty="0"/>
            <a:t>Best model : </a:t>
          </a:r>
          <a:r>
            <a:rPr lang="fr-FR" dirty="0" err="1"/>
            <a:t>Kmeans</a:t>
          </a:r>
          <a:endParaRPr lang="en-US" dirty="0"/>
        </a:p>
      </dgm:t>
    </dgm:pt>
    <dgm:pt modelId="{46C5C961-9384-4A23-A4F4-654F37DD53A8}" type="parTrans" cxnId="{5043A436-8DA5-4F6D-A7E4-E8B35078C669}">
      <dgm:prSet/>
      <dgm:spPr/>
      <dgm:t>
        <a:bodyPr/>
        <a:lstStyle/>
        <a:p>
          <a:endParaRPr lang="en-US"/>
        </a:p>
      </dgm:t>
    </dgm:pt>
    <dgm:pt modelId="{9F0ED692-A3BF-44CB-9372-B721B628A1FA}" type="sibTrans" cxnId="{5043A436-8DA5-4F6D-A7E4-E8B35078C669}">
      <dgm:prSet/>
      <dgm:spPr/>
      <dgm:t>
        <a:bodyPr/>
        <a:lstStyle/>
        <a:p>
          <a:endParaRPr lang="en-US"/>
        </a:p>
      </dgm:t>
    </dgm:pt>
    <dgm:pt modelId="{E2571E07-58D2-41FE-96AF-1B2BB1CD1885}">
      <dgm:prSet/>
      <dgm:spPr/>
      <dgm:t>
        <a:bodyPr/>
        <a:lstStyle/>
        <a:p>
          <a:r>
            <a:rPr lang="fr-FR"/>
            <a:t>K = 4</a:t>
          </a:r>
          <a:endParaRPr lang="en-US"/>
        </a:p>
      </dgm:t>
    </dgm:pt>
    <dgm:pt modelId="{A41E50A4-FFD1-45BB-9AFF-FF029FE759EC}" type="parTrans" cxnId="{DE0E420B-B239-4AF8-B08C-FAA1A707DD47}">
      <dgm:prSet/>
      <dgm:spPr/>
      <dgm:t>
        <a:bodyPr/>
        <a:lstStyle/>
        <a:p>
          <a:endParaRPr lang="en-US"/>
        </a:p>
      </dgm:t>
    </dgm:pt>
    <dgm:pt modelId="{926B7850-BC68-4F68-A409-39BC47C95C20}" type="sibTrans" cxnId="{DE0E420B-B239-4AF8-B08C-FAA1A707DD47}">
      <dgm:prSet/>
      <dgm:spPr/>
      <dgm:t>
        <a:bodyPr/>
        <a:lstStyle/>
        <a:p>
          <a:endParaRPr lang="en-US"/>
        </a:p>
      </dgm:t>
    </dgm:pt>
    <dgm:pt modelId="{67152786-E779-490C-AAE8-2BF06504539A}">
      <dgm:prSet/>
      <dgm:spPr/>
      <dgm:t>
        <a:bodyPr/>
        <a:lstStyle/>
        <a:p>
          <a:r>
            <a:rPr lang="fr-FR" dirty="0"/>
            <a:t>Stable</a:t>
          </a:r>
          <a:endParaRPr lang="en-US" dirty="0"/>
        </a:p>
      </dgm:t>
    </dgm:pt>
    <dgm:pt modelId="{1EBA5318-45BC-41A5-99C6-31166C2D4D56}" type="parTrans" cxnId="{DDB283D3-B968-4CC6-A430-DF102133F5E1}">
      <dgm:prSet/>
      <dgm:spPr/>
      <dgm:t>
        <a:bodyPr/>
        <a:lstStyle/>
        <a:p>
          <a:endParaRPr lang="en-US"/>
        </a:p>
      </dgm:t>
    </dgm:pt>
    <dgm:pt modelId="{EE87D1E0-7192-48C0-84E3-1003DA674FA2}" type="sibTrans" cxnId="{DDB283D3-B968-4CC6-A430-DF102133F5E1}">
      <dgm:prSet/>
      <dgm:spPr/>
      <dgm:t>
        <a:bodyPr/>
        <a:lstStyle/>
        <a:p>
          <a:endParaRPr lang="en-US"/>
        </a:p>
      </dgm:t>
    </dgm:pt>
    <dgm:pt modelId="{3D7AB200-4226-453B-8295-40A125E4D32D}">
      <dgm:prSet/>
      <dgm:spPr/>
      <dgm:t>
        <a:bodyPr/>
        <a:lstStyle/>
        <a:p>
          <a:r>
            <a:rPr lang="fr-FR"/>
            <a:t>Maintenance : 8 weeks</a:t>
          </a:r>
          <a:endParaRPr lang="en-US"/>
        </a:p>
      </dgm:t>
    </dgm:pt>
    <dgm:pt modelId="{A93CCB33-98D8-462B-B1DC-7933ED590B15}" type="parTrans" cxnId="{B8423015-A0D2-4E10-9662-6325A9F6D77B}">
      <dgm:prSet/>
      <dgm:spPr/>
      <dgm:t>
        <a:bodyPr/>
        <a:lstStyle/>
        <a:p>
          <a:endParaRPr lang="en-US"/>
        </a:p>
      </dgm:t>
    </dgm:pt>
    <dgm:pt modelId="{EA00E2FF-F414-4765-9BCC-73B1C4EAA524}" type="sibTrans" cxnId="{B8423015-A0D2-4E10-9662-6325A9F6D77B}">
      <dgm:prSet/>
      <dgm:spPr/>
      <dgm:t>
        <a:bodyPr/>
        <a:lstStyle/>
        <a:p>
          <a:endParaRPr lang="en-US"/>
        </a:p>
      </dgm:t>
    </dgm:pt>
    <dgm:pt modelId="{BCA8F749-4902-4524-905B-3D63C995CB96}" type="pres">
      <dgm:prSet presAssocID="{65DE764C-D6BB-4DD8-8B3A-5FAC03BE0D14}" presName="root" presStyleCnt="0">
        <dgm:presLayoutVars>
          <dgm:dir/>
          <dgm:resizeHandles val="exact"/>
        </dgm:presLayoutVars>
      </dgm:prSet>
      <dgm:spPr/>
    </dgm:pt>
    <dgm:pt modelId="{E2907AF0-0736-4F2B-8951-B4BE56250D61}" type="pres">
      <dgm:prSet presAssocID="{32C89984-A9C6-41CD-A60D-A4CD0FBF8B5B}" presName="compNode" presStyleCnt="0"/>
      <dgm:spPr/>
    </dgm:pt>
    <dgm:pt modelId="{B3CBF0B2-0AEF-4190-B298-AFA5FA726E93}" type="pres">
      <dgm:prSet presAssocID="{32C89984-A9C6-41CD-A60D-A4CD0FBF8B5B}" presName="bgRect" presStyleLbl="bgShp" presStyleIdx="0" presStyleCnt="3"/>
      <dgm:spPr/>
    </dgm:pt>
    <dgm:pt modelId="{4089DC15-DE3A-4CAA-B233-A25B33FA0454}" type="pres">
      <dgm:prSet presAssocID="{32C89984-A9C6-41CD-A60D-A4CD0FBF8B5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A93E366C-E244-423C-B0F1-F6505D69E396}" type="pres">
      <dgm:prSet presAssocID="{32C89984-A9C6-41CD-A60D-A4CD0FBF8B5B}" presName="spaceRect" presStyleCnt="0"/>
      <dgm:spPr/>
    </dgm:pt>
    <dgm:pt modelId="{E96B7551-AA70-43D2-B388-7D369908A947}" type="pres">
      <dgm:prSet presAssocID="{32C89984-A9C6-41CD-A60D-A4CD0FBF8B5B}" presName="parTx" presStyleLbl="revTx" presStyleIdx="0" presStyleCnt="4">
        <dgm:presLayoutVars>
          <dgm:chMax val="0"/>
          <dgm:chPref val="0"/>
        </dgm:presLayoutVars>
      </dgm:prSet>
      <dgm:spPr/>
    </dgm:pt>
    <dgm:pt modelId="{70090183-E618-452A-A813-27DEE48923D9}" type="pres">
      <dgm:prSet presAssocID="{E5D99B47-8BE6-4BA2-ABE6-D1EEEB3F639C}" presName="sibTrans" presStyleCnt="0"/>
      <dgm:spPr/>
    </dgm:pt>
    <dgm:pt modelId="{FC87C6C5-A90E-4996-BAE8-5639583EB8A2}" type="pres">
      <dgm:prSet presAssocID="{963993B1-7107-45D7-AD2D-416C1199867C}" presName="compNode" presStyleCnt="0"/>
      <dgm:spPr/>
    </dgm:pt>
    <dgm:pt modelId="{0157EE7C-5457-4DF3-80F2-96B1DA112CBF}" type="pres">
      <dgm:prSet presAssocID="{963993B1-7107-45D7-AD2D-416C1199867C}" presName="bgRect" presStyleLbl="bgShp" presStyleIdx="1" presStyleCnt="3"/>
      <dgm:spPr/>
    </dgm:pt>
    <dgm:pt modelId="{BF78134E-C684-4AF1-AF48-8B6AD53C3A61}" type="pres">
      <dgm:prSet presAssocID="{963993B1-7107-45D7-AD2D-416C1199867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48133C6-91C5-4758-8424-1E76ABCA8C71}" type="pres">
      <dgm:prSet presAssocID="{963993B1-7107-45D7-AD2D-416C1199867C}" presName="spaceRect" presStyleCnt="0"/>
      <dgm:spPr/>
    </dgm:pt>
    <dgm:pt modelId="{9ABD8F6C-2F6D-4C9F-A7AC-18A32C242D4B}" type="pres">
      <dgm:prSet presAssocID="{963993B1-7107-45D7-AD2D-416C1199867C}" presName="parTx" presStyleLbl="revTx" presStyleIdx="1" presStyleCnt="4">
        <dgm:presLayoutVars>
          <dgm:chMax val="0"/>
          <dgm:chPref val="0"/>
        </dgm:presLayoutVars>
      </dgm:prSet>
      <dgm:spPr/>
    </dgm:pt>
    <dgm:pt modelId="{CF64639F-079D-4A11-8FAC-9D0F35146315}" type="pres">
      <dgm:prSet presAssocID="{963993B1-7107-45D7-AD2D-416C1199867C}" presName="desTx" presStyleLbl="revTx" presStyleIdx="2" presStyleCnt="4">
        <dgm:presLayoutVars/>
      </dgm:prSet>
      <dgm:spPr/>
    </dgm:pt>
    <dgm:pt modelId="{CBBFAE5D-7431-479C-B1E0-070C4FD693A8}" type="pres">
      <dgm:prSet presAssocID="{9F0ED692-A3BF-44CB-9372-B721B628A1FA}" presName="sibTrans" presStyleCnt="0"/>
      <dgm:spPr/>
    </dgm:pt>
    <dgm:pt modelId="{FDC7988B-C40C-4889-88CB-EC4F8A04399A}" type="pres">
      <dgm:prSet presAssocID="{3D7AB200-4226-453B-8295-40A125E4D32D}" presName="compNode" presStyleCnt="0"/>
      <dgm:spPr/>
    </dgm:pt>
    <dgm:pt modelId="{2F5BF4C0-2028-4507-AC78-42E9A9133660}" type="pres">
      <dgm:prSet presAssocID="{3D7AB200-4226-453B-8295-40A125E4D32D}" presName="bgRect" presStyleLbl="bgShp" presStyleIdx="2" presStyleCnt="3"/>
      <dgm:spPr/>
    </dgm:pt>
    <dgm:pt modelId="{697540AB-A712-4CC4-BAB5-D10CEE413092}" type="pres">
      <dgm:prSet presAssocID="{3D7AB200-4226-453B-8295-40A125E4D3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ACBD0B5D-D114-4BBD-A3A9-EF08B03B1AE1}" type="pres">
      <dgm:prSet presAssocID="{3D7AB200-4226-453B-8295-40A125E4D32D}" presName="spaceRect" presStyleCnt="0"/>
      <dgm:spPr/>
    </dgm:pt>
    <dgm:pt modelId="{6CC5B051-3A2B-49E9-BB55-12FC5B5FE562}" type="pres">
      <dgm:prSet presAssocID="{3D7AB200-4226-453B-8295-40A125E4D32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0E420B-B239-4AF8-B08C-FAA1A707DD47}" srcId="{963993B1-7107-45D7-AD2D-416C1199867C}" destId="{E2571E07-58D2-41FE-96AF-1B2BB1CD1885}" srcOrd="0" destOrd="0" parTransId="{A41E50A4-FFD1-45BB-9AFF-FF029FE759EC}" sibTransId="{926B7850-BC68-4F68-A409-39BC47C95C20}"/>
    <dgm:cxn modelId="{B8423015-A0D2-4E10-9662-6325A9F6D77B}" srcId="{65DE764C-D6BB-4DD8-8B3A-5FAC03BE0D14}" destId="{3D7AB200-4226-453B-8295-40A125E4D32D}" srcOrd="2" destOrd="0" parTransId="{A93CCB33-98D8-462B-B1DC-7933ED590B15}" sibTransId="{EA00E2FF-F414-4765-9BCC-73B1C4EAA524}"/>
    <dgm:cxn modelId="{5043A436-8DA5-4F6D-A7E4-E8B35078C669}" srcId="{65DE764C-D6BB-4DD8-8B3A-5FAC03BE0D14}" destId="{963993B1-7107-45D7-AD2D-416C1199867C}" srcOrd="1" destOrd="0" parTransId="{46C5C961-9384-4A23-A4F4-654F37DD53A8}" sibTransId="{9F0ED692-A3BF-44CB-9372-B721B628A1FA}"/>
    <dgm:cxn modelId="{A8A62C3F-5E0D-43D7-A35A-3359F6ABC35B}" type="presOf" srcId="{963993B1-7107-45D7-AD2D-416C1199867C}" destId="{9ABD8F6C-2F6D-4C9F-A7AC-18A32C242D4B}" srcOrd="0" destOrd="0" presId="urn:microsoft.com/office/officeart/2018/2/layout/IconVerticalSolidList"/>
    <dgm:cxn modelId="{4CDE664E-ADA9-4633-BFEC-E6110998B1DB}" type="presOf" srcId="{E2571E07-58D2-41FE-96AF-1B2BB1CD1885}" destId="{CF64639F-079D-4A11-8FAC-9D0F35146315}" srcOrd="0" destOrd="0" presId="urn:microsoft.com/office/officeart/2018/2/layout/IconVerticalSolidList"/>
    <dgm:cxn modelId="{B483C474-4FDA-4C36-8975-9F8C3107578F}" type="presOf" srcId="{32C89984-A9C6-41CD-A60D-A4CD0FBF8B5B}" destId="{E96B7551-AA70-43D2-B388-7D369908A947}" srcOrd="0" destOrd="0" presId="urn:microsoft.com/office/officeart/2018/2/layout/IconVerticalSolidList"/>
    <dgm:cxn modelId="{6B0D3D8A-D7DB-4171-BB88-9E49F8BCAA53}" srcId="{65DE764C-D6BB-4DD8-8B3A-5FAC03BE0D14}" destId="{32C89984-A9C6-41CD-A60D-A4CD0FBF8B5B}" srcOrd="0" destOrd="0" parTransId="{78796D0F-CB25-4E47-87D8-82B3EAC33C8D}" sibTransId="{E5D99B47-8BE6-4BA2-ABE6-D1EEEB3F639C}"/>
    <dgm:cxn modelId="{8AD6AAB5-4023-407D-A79D-D3786B743D36}" type="presOf" srcId="{67152786-E779-490C-AAE8-2BF06504539A}" destId="{CF64639F-079D-4A11-8FAC-9D0F35146315}" srcOrd="0" destOrd="1" presId="urn:microsoft.com/office/officeart/2018/2/layout/IconVerticalSolidList"/>
    <dgm:cxn modelId="{8E0D2CCC-2548-40D4-96C4-7CDDA179876C}" type="presOf" srcId="{65DE764C-D6BB-4DD8-8B3A-5FAC03BE0D14}" destId="{BCA8F749-4902-4524-905B-3D63C995CB96}" srcOrd="0" destOrd="0" presId="urn:microsoft.com/office/officeart/2018/2/layout/IconVerticalSolidList"/>
    <dgm:cxn modelId="{DDB283D3-B968-4CC6-A430-DF102133F5E1}" srcId="{963993B1-7107-45D7-AD2D-416C1199867C}" destId="{67152786-E779-490C-AAE8-2BF06504539A}" srcOrd="1" destOrd="0" parTransId="{1EBA5318-45BC-41A5-99C6-31166C2D4D56}" sibTransId="{EE87D1E0-7192-48C0-84E3-1003DA674FA2}"/>
    <dgm:cxn modelId="{C0DEF8E6-7ABB-406E-A894-F9C4BC49E253}" type="presOf" srcId="{3D7AB200-4226-453B-8295-40A125E4D32D}" destId="{6CC5B051-3A2B-49E9-BB55-12FC5B5FE562}" srcOrd="0" destOrd="0" presId="urn:microsoft.com/office/officeart/2018/2/layout/IconVerticalSolidList"/>
    <dgm:cxn modelId="{860B19F5-FA9F-472D-AB11-73B2782CEDBA}" type="presParOf" srcId="{BCA8F749-4902-4524-905B-3D63C995CB96}" destId="{E2907AF0-0736-4F2B-8951-B4BE56250D61}" srcOrd="0" destOrd="0" presId="urn:microsoft.com/office/officeart/2018/2/layout/IconVerticalSolidList"/>
    <dgm:cxn modelId="{A1361171-C037-4318-BFF9-3A0BF6EAB943}" type="presParOf" srcId="{E2907AF0-0736-4F2B-8951-B4BE56250D61}" destId="{B3CBF0B2-0AEF-4190-B298-AFA5FA726E93}" srcOrd="0" destOrd="0" presId="urn:microsoft.com/office/officeart/2018/2/layout/IconVerticalSolidList"/>
    <dgm:cxn modelId="{3ACB50F5-1B2F-45C2-AAB5-22FF619598DF}" type="presParOf" srcId="{E2907AF0-0736-4F2B-8951-B4BE56250D61}" destId="{4089DC15-DE3A-4CAA-B233-A25B33FA0454}" srcOrd="1" destOrd="0" presId="urn:microsoft.com/office/officeart/2018/2/layout/IconVerticalSolidList"/>
    <dgm:cxn modelId="{59634166-4061-4E43-88BF-01C0BF52D68C}" type="presParOf" srcId="{E2907AF0-0736-4F2B-8951-B4BE56250D61}" destId="{A93E366C-E244-423C-B0F1-F6505D69E396}" srcOrd="2" destOrd="0" presId="urn:microsoft.com/office/officeart/2018/2/layout/IconVerticalSolidList"/>
    <dgm:cxn modelId="{96075A03-22C7-42C0-A32C-C4FCC5868AD7}" type="presParOf" srcId="{E2907AF0-0736-4F2B-8951-B4BE56250D61}" destId="{E96B7551-AA70-43D2-B388-7D369908A947}" srcOrd="3" destOrd="0" presId="urn:microsoft.com/office/officeart/2018/2/layout/IconVerticalSolidList"/>
    <dgm:cxn modelId="{3029E868-CCFD-4E46-9443-284D28153910}" type="presParOf" srcId="{BCA8F749-4902-4524-905B-3D63C995CB96}" destId="{70090183-E618-452A-A813-27DEE48923D9}" srcOrd="1" destOrd="0" presId="urn:microsoft.com/office/officeart/2018/2/layout/IconVerticalSolidList"/>
    <dgm:cxn modelId="{56B2D660-64ED-4B26-B2C3-E754BE7BAD68}" type="presParOf" srcId="{BCA8F749-4902-4524-905B-3D63C995CB96}" destId="{FC87C6C5-A90E-4996-BAE8-5639583EB8A2}" srcOrd="2" destOrd="0" presId="urn:microsoft.com/office/officeart/2018/2/layout/IconVerticalSolidList"/>
    <dgm:cxn modelId="{A643222E-1320-4F35-A35A-0510C2F30033}" type="presParOf" srcId="{FC87C6C5-A90E-4996-BAE8-5639583EB8A2}" destId="{0157EE7C-5457-4DF3-80F2-96B1DA112CBF}" srcOrd="0" destOrd="0" presId="urn:microsoft.com/office/officeart/2018/2/layout/IconVerticalSolidList"/>
    <dgm:cxn modelId="{127CD9A5-46F2-4D8F-816B-CB86991EEBCF}" type="presParOf" srcId="{FC87C6C5-A90E-4996-BAE8-5639583EB8A2}" destId="{BF78134E-C684-4AF1-AF48-8B6AD53C3A61}" srcOrd="1" destOrd="0" presId="urn:microsoft.com/office/officeart/2018/2/layout/IconVerticalSolidList"/>
    <dgm:cxn modelId="{8B968298-F7D1-40C3-B8DB-C96D29D833FB}" type="presParOf" srcId="{FC87C6C5-A90E-4996-BAE8-5639583EB8A2}" destId="{E48133C6-91C5-4758-8424-1E76ABCA8C71}" srcOrd="2" destOrd="0" presId="urn:microsoft.com/office/officeart/2018/2/layout/IconVerticalSolidList"/>
    <dgm:cxn modelId="{87EC7902-7C45-49F9-AA6D-81D2FD31A03E}" type="presParOf" srcId="{FC87C6C5-A90E-4996-BAE8-5639583EB8A2}" destId="{9ABD8F6C-2F6D-4C9F-A7AC-18A32C242D4B}" srcOrd="3" destOrd="0" presId="urn:microsoft.com/office/officeart/2018/2/layout/IconVerticalSolidList"/>
    <dgm:cxn modelId="{AD7BA64A-0A6B-4A1F-B00E-5EA6E92C6133}" type="presParOf" srcId="{FC87C6C5-A90E-4996-BAE8-5639583EB8A2}" destId="{CF64639F-079D-4A11-8FAC-9D0F35146315}" srcOrd="4" destOrd="0" presId="urn:microsoft.com/office/officeart/2018/2/layout/IconVerticalSolidList"/>
    <dgm:cxn modelId="{77F5196E-B631-405B-8854-918827C666F1}" type="presParOf" srcId="{BCA8F749-4902-4524-905B-3D63C995CB96}" destId="{CBBFAE5D-7431-479C-B1E0-070C4FD693A8}" srcOrd="3" destOrd="0" presId="urn:microsoft.com/office/officeart/2018/2/layout/IconVerticalSolidList"/>
    <dgm:cxn modelId="{5FB5AFF4-57F7-4BBB-B21F-6A612BD5973C}" type="presParOf" srcId="{BCA8F749-4902-4524-905B-3D63C995CB96}" destId="{FDC7988B-C40C-4889-88CB-EC4F8A04399A}" srcOrd="4" destOrd="0" presId="urn:microsoft.com/office/officeart/2018/2/layout/IconVerticalSolidList"/>
    <dgm:cxn modelId="{9100D71F-511E-4418-BE33-DE6DEB93D3C5}" type="presParOf" srcId="{FDC7988B-C40C-4889-88CB-EC4F8A04399A}" destId="{2F5BF4C0-2028-4507-AC78-42E9A9133660}" srcOrd="0" destOrd="0" presId="urn:microsoft.com/office/officeart/2018/2/layout/IconVerticalSolidList"/>
    <dgm:cxn modelId="{61C4B488-13F9-4C83-9CFD-50A2D6D4C931}" type="presParOf" srcId="{FDC7988B-C40C-4889-88CB-EC4F8A04399A}" destId="{697540AB-A712-4CC4-BAB5-D10CEE413092}" srcOrd="1" destOrd="0" presId="urn:microsoft.com/office/officeart/2018/2/layout/IconVerticalSolidList"/>
    <dgm:cxn modelId="{900F2E4C-B9E6-4382-AF53-7798DBBDEBA2}" type="presParOf" srcId="{FDC7988B-C40C-4889-88CB-EC4F8A04399A}" destId="{ACBD0B5D-D114-4BBD-A3A9-EF08B03B1AE1}" srcOrd="2" destOrd="0" presId="urn:microsoft.com/office/officeart/2018/2/layout/IconVerticalSolidList"/>
    <dgm:cxn modelId="{537FEDEE-C137-456F-AED0-CC4895616C80}" type="presParOf" srcId="{FDC7988B-C40C-4889-88CB-EC4F8A04399A}" destId="{6CC5B051-3A2B-49E9-BB55-12FC5B5FE5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9DFFE-8527-4BB1-AF96-1E221BF0601B}">
      <dsp:nvSpPr>
        <dsp:cNvPr id="0" name=""/>
        <dsp:cNvSpPr/>
      </dsp:nvSpPr>
      <dsp:spPr>
        <a:xfrm>
          <a:off x="0" y="373529"/>
          <a:ext cx="6656769" cy="1666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39" tIns="479044" rIns="516639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Timestamp of the last </a:t>
          </a:r>
          <a:r>
            <a:rPr lang="fr-FR" sz="2300" kern="1200" dirty="0" err="1"/>
            <a:t>order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/>
            <a:t>Days </a:t>
          </a:r>
          <a:r>
            <a:rPr lang="fr-FR" sz="2300" kern="1200" dirty="0" err="1"/>
            <a:t>since</a:t>
          </a:r>
          <a:r>
            <a:rPr lang="fr-FR" sz="2300" kern="1200" dirty="0"/>
            <a:t> last </a:t>
          </a:r>
          <a:r>
            <a:rPr lang="fr-FR" sz="2300" kern="1200" dirty="0" err="1"/>
            <a:t>order</a:t>
          </a:r>
          <a:endParaRPr lang="fr-F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</dsp:txBody>
      <dsp:txXfrm>
        <a:off x="0" y="373529"/>
        <a:ext cx="6656769" cy="1666350"/>
      </dsp:txXfrm>
    </dsp:sp>
    <dsp:sp modelId="{82C1EC19-8522-48C9-B3A8-CFF12A4F8443}">
      <dsp:nvSpPr>
        <dsp:cNvPr id="0" name=""/>
        <dsp:cNvSpPr/>
      </dsp:nvSpPr>
      <dsp:spPr>
        <a:xfrm>
          <a:off x="332838" y="34049"/>
          <a:ext cx="4659738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127" tIns="0" rIns="17612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 err="1"/>
            <a:t>Recency</a:t>
          </a:r>
          <a:endParaRPr lang="fr-FR" sz="2300" kern="1200" dirty="0"/>
        </a:p>
      </dsp:txBody>
      <dsp:txXfrm>
        <a:off x="365982" y="67193"/>
        <a:ext cx="4593450" cy="612672"/>
      </dsp:txXfrm>
    </dsp:sp>
    <dsp:sp modelId="{C819B7C5-CA62-4BE1-AD3E-EA988D97756C}">
      <dsp:nvSpPr>
        <dsp:cNvPr id="0" name=""/>
        <dsp:cNvSpPr/>
      </dsp:nvSpPr>
      <dsp:spPr>
        <a:xfrm>
          <a:off x="0" y="2503559"/>
          <a:ext cx="6656769" cy="95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56720"/>
              <a:satOff val="6519"/>
              <a:lumOff val="-51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39" tIns="479044" rIns="516639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 err="1"/>
            <a:t>Number</a:t>
          </a:r>
          <a:r>
            <a:rPr lang="fr-FR" sz="2300" kern="1200" dirty="0"/>
            <a:t> of </a:t>
          </a:r>
          <a:r>
            <a:rPr lang="fr-FR" sz="2300" kern="1200" dirty="0" err="1"/>
            <a:t>orders</a:t>
          </a:r>
          <a:endParaRPr lang="en-US" sz="2300" kern="1200" dirty="0"/>
        </a:p>
      </dsp:txBody>
      <dsp:txXfrm>
        <a:off x="0" y="2503559"/>
        <a:ext cx="6656769" cy="959962"/>
      </dsp:txXfrm>
    </dsp:sp>
    <dsp:sp modelId="{DB6BA6C1-41EF-4F8F-B560-CC5BBD43FAF8}">
      <dsp:nvSpPr>
        <dsp:cNvPr id="0" name=""/>
        <dsp:cNvSpPr/>
      </dsp:nvSpPr>
      <dsp:spPr>
        <a:xfrm>
          <a:off x="332838" y="2164080"/>
          <a:ext cx="4659738" cy="678960"/>
        </a:xfrm>
        <a:prstGeom prst="roundRect">
          <a:avLst/>
        </a:prstGeom>
        <a:gradFill rotWithShape="0">
          <a:gsLst>
            <a:gs pos="0">
              <a:schemeClr val="accent2">
                <a:hueOff val="56720"/>
                <a:satOff val="6519"/>
                <a:lumOff val="-5196"/>
                <a:alphaOff val="0"/>
                <a:tint val="96000"/>
                <a:lumMod val="100000"/>
              </a:schemeClr>
            </a:gs>
            <a:gs pos="78000">
              <a:schemeClr val="accent2">
                <a:hueOff val="56720"/>
                <a:satOff val="6519"/>
                <a:lumOff val="-519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127" tIns="0" rIns="17612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Frequency</a:t>
          </a:r>
        </a:p>
      </dsp:txBody>
      <dsp:txXfrm>
        <a:off x="365982" y="2197224"/>
        <a:ext cx="4593450" cy="612672"/>
      </dsp:txXfrm>
    </dsp:sp>
    <dsp:sp modelId="{2356BF61-B7D6-4233-97E4-DAEF301032D2}">
      <dsp:nvSpPr>
        <dsp:cNvPr id="0" name=""/>
        <dsp:cNvSpPr/>
      </dsp:nvSpPr>
      <dsp:spPr>
        <a:xfrm>
          <a:off x="0" y="3927202"/>
          <a:ext cx="6656769" cy="95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113439"/>
              <a:satOff val="13039"/>
              <a:lumOff val="-1039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639" tIns="479044" rIns="516639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300" kern="1200" dirty="0" err="1"/>
            <a:t>Sum</a:t>
          </a:r>
          <a:r>
            <a:rPr lang="fr-FR" sz="2300" kern="1200" dirty="0"/>
            <a:t> of </a:t>
          </a:r>
          <a:r>
            <a:rPr lang="fr-FR" sz="2300" kern="1200" dirty="0" err="1"/>
            <a:t>amount</a:t>
          </a:r>
          <a:r>
            <a:rPr lang="fr-FR" sz="2300" kern="1200" dirty="0"/>
            <a:t> of all </a:t>
          </a:r>
          <a:r>
            <a:rPr lang="fr-FR" sz="2300" kern="1200" dirty="0" err="1"/>
            <a:t>orders</a:t>
          </a:r>
          <a:endParaRPr lang="en-US" sz="2300" kern="1200" dirty="0"/>
        </a:p>
      </dsp:txBody>
      <dsp:txXfrm>
        <a:off x="0" y="3927202"/>
        <a:ext cx="6656769" cy="959962"/>
      </dsp:txXfrm>
    </dsp:sp>
    <dsp:sp modelId="{9AA9A8B2-7074-4664-A5A0-55AA2EBC26F0}">
      <dsp:nvSpPr>
        <dsp:cNvPr id="0" name=""/>
        <dsp:cNvSpPr/>
      </dsp:nvSpPr>
      <dsp:spPr>
        <a:xfrm>
          <a:off x="332838" y="3587722"/>
          <a:ext cx="4659738" cy="678960"/>
        </a:xfrm>
        <a:prstGeom prst="roundRect">
          <a:avLst/>
        </a:prstGeom>
        <a:gradFill rotWithShape="0">
          <a:gsLst>
            <a:gs pos="0">
              <a:schemeClr val="accent2">
                <a:hueOff val="113439"/>
                <a:satOff val="13039"/>
                <a:lumOff val="-10393"/>
                <a:alphaOff val="0"/>
                <a:tint val="96000"/>
                <a:lumMod val="100000"/>
              </a:schemeClr>
            </a:gs>
            <a:gs pos="78000">
              <a:schemeClr val="accent2">
                <a:hueOff val="113439"/>
                <a:satOff val="13039"/>
                <a:lumOff val="-1039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127" tIns="0" rIns="176127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 err="1"/>
            <a:t>Monetary</a:t>
          </a:r>
          <a:endParaRPr lang="en-US" sz="2300" kern="1200" dirty="0"/>
        </a:p>
      </dsp:txBody>
      <dsp:txXfrm>
        <a:off x="365982" y="3620866"/>
        <a:ext cx="4593450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326A2-5734-4029-8435-C57A54C79E9B}">
      <dsp:nvSpPr>
        <dsp:cNvPr id="0" name=""/>
        <dsp:cNvSpPr/>
      </dsp:nvSpPr>
      <dsp:spPr>
        <a:xfrm>
          <a:off x="0" y="600"/>
          <a:ext cx="6656769" cy="14057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161ED-3C2B-4242-B705-A426F5D6780F}">
      <dsp:nvSpPr>
        <dsp:cNvPr id="0" name=""/>
        <dsp:cNvSpPr/>
      </dsp:nvSpPr>
      <dsp:spPr>
        <a:xfrm>
          <a:off x="425229" y="316887"/>
          <a:ext cx="773144" cy="7731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C8684-B4AE-4EF7-A3A5-F4541D65B177}">
      <dsp:nvSpPr>
        <dsp:cNvPr id="0" name=""/>
        <dsp:cNvSpPr/>
      </dsp:nvSpPr>
      <dsp:spPr>
        <a:xfrm>
          <a:off x="1623604" y="600"/>
          <a:ext cx="2995546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Kmeans</a:t>
          </a:r>
          <a:endParaRPr lang="en-US" sz="2500" kern="1200" dirty="0"/>
        </a:p>
      </dsp:txBody>
      <dsp:txXfrm>
        <a:off x="1623604" y="600"/>
        <a:ext cx="2995546" cy="1405718"/>
      </dsp:txXfrm>
    </dsp:sp>
    <dsp:sp modelId="{9D8FE13D-E531-4F52-8AF1-B6B2123290AA}">
      <dsp:nvSpPr>
        <dsp:cNvPr id="0" name=""/>
        <dsp:cNvSpPr/>
      </dsp:nvSpPr>
      <dsp:spPr>
        <a:xfrm>
          <a:off x="4619150" y="600"/>
          <a:ext cx="2037618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Centroïds</a:t>
          </a:r>
          <a:endParaRPr lang="en-US" sz="1800" kern="1200" dirty="0"/>
        </a:p>
      </dsp:txBody>
      <dsp:txXfrm>
        <a:off x="4619150" y="600"/>
        <a:ext cx="2037618" cy="1405718"/>
      </dsp:txXfrm>
    </dsp:sp>
    <dsp:sp modelId="{7DBFED4B-F916-436F-B6BB-A5B35A6BE95B}">
      <dsp:nvSpPr>
        <dsp:cNvPr id="0" name=""/>
        <dsp:cNvSpPr/>
      </dsp:nvSpPr>
      <dsp:spPr>
        <a:xfrm>
          <a:off x="0" y="1757748"/>
          <a:ext cx="6656769" cy="14057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FDB4E-7799-4346-83D7-40654558E0DA}">
      <dsp:nvSpPr>
        <dsp:cNvPr id="0" name=""/>
        <dsp:cNvSpPr/>
      </dsp:nvSpPr>
      <dsp:spPr>
        <a:xfrm>
          <a:off x="425229" y="2074035"/>
          <a:ext cx="773144" cy="7731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795E4-9008-47DE-AE8C-7E6FF5B29E09}">
      <dsp:nvSpPr>
        <dsp:cNvPr id="0" name=""/>
        <dsp:cNvSpPr/>
      </dsp:nvSpPr>
      <dsp:spPr>
        <a:xfrm>
          <a:off x="1623604" y="1757748"/>
          <a:ext cx="2995546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DBScan</a:t>
          </a:r>
          <a:endParaRPr lang="en-US" sz="2500" kern="1200"/>
        </a:p>
      </dsp:txBody>
      <dsp:txXfrm>
        <a:off x="1623604" y="1757748"/>
        <a:ext cx="2995546" cy="1405718"/>
      </dsp:txXfrm>
    </dsp:sp>
    <dsp:sp modelId="{327269F4-576D-4BE3-8220-B15DBB685EAB}">
      <dsp:nvSpPr>
        <dsp:cNvPr id="0" name=""/>
        <dsp:cNvSpPr/>
      </dsp:nvSpPr>
      <dsp:spPr>
        <a:xfrm>
          <a:off x="4619150" y="1757748"/>
          <a:ext cx="2037618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Density</a:t>
          </a:r>
          <a:endParaRPr lang="en-US" sz="1800" kern="1200" dirty="0"/>
        </a:p>
      </dsp:txBody>
      <dsp:txXfrm>
        <a:off x="4619150" y="1757748"/>
        <a:ext cx="2037618" cy="1405718"/>
      </dsp:txXfrm>
    </dsp:sp>
    <dsp:sp modelId="{D39493DC-5992-4536-A5CC-13E8CE59D676}">
      <dsp:nvSpPr>
        <dsp:cNvPr id="0" name=""/>
        <dsp:cNvSpPr/>
      </dsp:nvSpPr>
      <dsp:spPr>
        <a:xfrm>
          <a:off x="0" y="3514896"/>
          <a:ext cx="6656769" cy="14057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2455E-C119-476A-8397-C3F9D55F1C7A}">
      <dsp:nvSpPr>
        <dsp:cNvPr id="0" name=""/>
        <dsp:cNvSpPr/>
      </dsp:nvSpPr>
      <dsp:spPr>
        <a:xfrm>
          <a:off x="425229" y="3831182"/>
          <a:ext cx="773144" cy="7731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DF60B-EDFA-4721-B4AC-5FA0EF4258B5}">
      <dsp:nvSpPr>
        <dsp:cNvPr id="0" name=""/>
        <dsp:cNvSpPr/>
      </dsp:nvSpPr>
      <dsp:spPr>
        <a:xfrm>
          <a:off x="1623604" y="3514896"/>
          <a:ext cx="2995546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Hierarchical clustering</a:t>
          </a:r>
          <a:endParaRPr lang="en-US" sz="2500" kern="1200"/>
        </a:p>
      </dsp:txBody>
      <dsp:txXfrm>
        <a:off x="1623604" y="3514896"/>
        <a:ext cx="2995546" cy="1405718"/>
      </dsp:txXfrm>
    </dsp:sp>
    <dsp:sp modelId="{9B6BEA2C-197E-4E3C-A562-CA312E866DBF}">
      <dsp:nvSpPr>
        <dsp:cNvPr id="0" name=""/>
        <dsp:cNvSpPr/>
      </dsp:nvSpPr>
      <dsp:spPr>
        <a:xfrm>
          <a:off x="4619150" y="3514896"/>
          <a:ext cx="2037618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Nested</a:t>
          </a:r>
          <a:r>
            <a:rPr lang="fr-FR" sz="1800" kern="1200" dirty="0"/>
            <a:t> clusters</a:t>
          </a:r>
          <a:endParaRPr lang="en-US" sz="1800" kern="1200" dirty="0"/>
        </a:p>
      </dsp:txBody>
      <dsp:txXfrm>
        <a:off x="4619150" y="3514896"/>
        <a:ext cx="2037618" cy="1405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EFCA2-0D6C-4D7C-B1A3-AFF41B93DEF6}">
      <dsp:nvSpPr>
        <dsp:cNvPr id="0" name=""/>
        <dsp:cNvSpPr/>
      </dsp:nvSpPr>
      <dsp:spPr>
        <a:xfrm>
          <a:off x="6889" y="844301"/>
          <a:ext cx="2059288" cy="1235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Date_0</a:t>
          </a:r>
        </a:p>
      </dsp:txBody>
      <dsp:txXfrm>
        <a:off x="43078" y="880490"/>
        <a:ext cx="1986910" cy="1163194"/>
      </dsp:txXfrm>
    </dsp:sp>
    <dsp:sp modelId="{A3444FAD-EE89-43D2-90E4-5D91FEC2D893}">
      <dsp:nvSpPr>
        <dsp:cNvPr id="0" name=""/>
        <dsp:cNvSpPr/>
      </dsp:nvSpPr>
      <dsp:spPr>
        <a:xfrm>
          <a:off x="2272106" y="1206736"/>
          <a:ext cx="436569" cy="5107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2272106" y="1308877"/>
        <a:ext cx="305598" cy="306421"/>
      </dsp:txXfrm>
    </dsp:sp>
    <dsp:sp modelId="{A74F9C74-5400-41FA-AA09-92DE42BD451F}">
      <dsp:nvSpPr>
        <dsp:cNvPr id="0" name=""/>
        <dsp:cNvSpPr/>
      </dsp:nvSpPr>
      <dsp:spPr>
        <a:xfrm>
          <a:off x="2889893" y="844301"/>
          <a:ext cx="2059288" cy="1235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Date_1</a:t>
          </a:r>
        </a:p>
      </dsp:txBody>
      <dsp:txXfrm>
        <a:off x="2926082" y="880490"/>
        <a:ext cx="1986910" cy="1163194"/>
      </dsp:txXfrm>
    </dsp:sp>
    <dsp:sp modelId="{C4E18CC5-6A81-41E6-93E7-9BAC56AF17F7}">
      <dsp:nvSpPr>
        <dsp:cNvPr id="0" name=""/>
        <dsp:cNvSpPr/>
      </dsp:nvSpPr>
      <dsp:spPr>
        <a:xfrm>
          <a:off x="5155110" y="1206736"/>
          <a:ext cx="436569" cy="5107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/>
        </a:p>
      </dsp:txBody>
      <dsp:txXfrm>
        <a:off x="5155110" y="1308877"/>
        <a:ext cx="305598" cy="306421"/>
      </dsp:txXfrm>
    </dsp:sp>
    <dsp:sp modelId="{E23B7457-21DC-4C66-AF82-6C95C2B226CC}">
      <dsp:nvSpPr>
        <dsp:cNvPr id="0" name=""/>
        <dsp:cNvSpPr/>
      </dsp:nvSpPr>
      <dsp:spPr>
        <a:xfrm>
          <a:off x="5772896" y="844301"/>
          <a:ext cx="2059288" cy="12355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100" kern="1200" dirty="0"/>
            <a:t>Date_2</a:t>
          </a:r>
        </a:p>
      </dsp:txBody>
      <dsp:txXfrm>
        <a:off x="5809085" y="880490"/>
        <a:ext cx="1986910" cy="11631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CC772-522E-4B35-9442-1BE54A373C5C}">
      <dsp:nvSpPr>
        <dsp:cNvPr id="0" name=""/>
        <dsp:cNvSpPr/>
      </dsp:nvSpPr>
      <dsp:spPr>
        <a:xfrm>
          <a:off x="3545" y="0"/>
          <a:ext cx="3410281" cy="3101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Model 0</a:t>
          </a:r>
        </a:p>
      </dsp:txBody>
      <dsp:txXfrm>
        <a:off x="3545" y="0"/>
        <a:ext cx="3410281" cy="930592"/>
      </dsp:txXfrm>
    </dsp:sp>
    <dsp:sp modelId="{23C60B93-EC02-4852-A6D2-86AA64DD815A}">
      <dsp:nvSpPr>
        <dsp:cNvPr id="0" name=""/>
        <dsp:cNvSpPr/>
      </dsp:nvSpPr>
      <dsp:spPr>
        <a:xfrm>
          <a:off x="344573" y="931501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StandardScaler</a:t>
          </a:r>
          <a:r>
            <a:rPr lang="fr-FR" sz="2600" kern="1200" dirty="0"/>
            <a:t>()</a:t>
          </a:r>
        </a:p>
      </dsp:txBody>
      <dsp:txXfrm>
        <a:off x="371967" y="958895"/>
        <a:ext cx="2673437" cy="880499"/>
      </dsp:txXfrm>
    </dsp:sp>
    <dsp:sp modelId="{3843AE35-DB17-42DD-A9EA-7081DAA4029E}">
      <dsp:nvSpPr>
        <dsp:cNvPr id="0" name=""/>
        <dsp:cNvSpPr/>
      </dsp:nvSpPr>
      <dsp:spPr>
        <a:xfrm>
          <a:off x="344573" y="2010679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Kmeans</a:t>
          </a:r>
          <a:r>
            <a:rPr lang="fr-FR" sz="2600" kern="1200" dirty="0"/>
            <a:t>(n = 4)</a:t>
          </a:r>
        </a:p>
      </dsp:txBody>
      <dsp:txXfrm>
        <a:off x="371967" y="2038073"/>
        <a:ext cx="2673437" cy="880499"/>
      </dsp:txXfrm>
    </dsp:sp>
    <dsp:sp modelId="{35F52539-2D63-4C5B-811E-E3427348E83A}">
      <dsp:nvSpPr>
        <dsp:cNvPr id="0" name=""/>
        <dsp:cNvSpPr/>
      </dsp:nvSpPr>
      <dsp:spPr>
        <a:xfrm>
          <a:off x="3669598" y="0"/>
          <a:ext cx="3410281" cy="3101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Model x1</a:t>
          </a:r>
        </a:p>
      </dsp:txBody>
      <dsp:txXfrm>
        <a:off x="3669598" y="0"/>
        <a:ext cx="3410281" cy="930592"/>
      </dsp:txXfrm>
    </dsp:sp>
    <dsp:sp modelId="{DD5B8956-79B8-4249-B392-A211D9F01E58}">
      <dsp:nvSpPr>
        <dsp:cNvPr id="0" name=""/>
        <dsp:cNvSpPr/>
      </dsp:nvSpPr>
      <dsp:spPr>
        <a:xfrm>
          <a:off x="4010626" y="931501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StandardScaler</a:t>
          </a:r>
          <a:r>
            <a:rPr lang="fr-FR" sz="2600" kern="1200" dirty="0"/>
            <a:t>()</a:t>
          </a:r>
        </a:p>
      </dsp:txBody>
      <dsp:txXfrm>
        <a:off x="4038020" y="958895"/>
        <a:ext cx="2673437" cy="880499"/>
      </dsp:txXfrm>
    </dsp:sp>
    <dsp:sp modelId="{9442EE40-6354-4C76-874D-81732497A63E}">
      <dsp:nvSpPr>
        <dsp:cNvPr id="0" name=""/>
        <dsp:cNvSpPr/>
      </dsp:nvSpPr>
      <dsp:spPr>
        <a:xfrm>
          <a:off x="4010626" y="2010679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Kmeans</a:t>
          </a:r>
          <a:r>
            <a:rPr lang="fr-FR" sz="2600" kern="1200" dirty="0"/>
            <a:t>(n=4)</a:t>
          </a:r>
        </a:p>
      </dsp:txBody>
      <dsp:txXfrm>
        <a:off x="4038020" y="2038073"/>
        <a:ext cx="2673437" cy="8804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CC772-522E-4B35-9442-1BE54A373C5C}">
      <dsp:nvSpPr>
        <dsp:cNvPr id="0" name=""/>
        <dsp:cNvSpPr/>
      </dsp:nvSpPr>
      <dsp:spPr>
        <a:xfrm>
          <a:off x="3545" y="0"/>
          <a:ext cx="3410281" cy="3101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Model 0</a:t>
          </a:r>
        </a:p>
      </dsp:txBody>
      <dsp:txXfrm>
        <a:off x="3545" y="0"/>
        <a:ext cx="3410281" cy="930592"/>
      </dsp:txXfrm>
    </dsp:sp>
    <dsp:sp modelId="{23C60B93-EC02-4852-A6D2-86AA64DD815A}">
      <dsp:nvSpPr>
        <dsp:cNvPr id="0" name=""/>
        <dsp:cNvSpPr/>
      </dsp:nvSpPr>
      <dsp:spPr>
        <a:xfrm>
          <a:off x="344573" y="931501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StandardScaler</a:t>
          </a:r>
          <a:r>
            <a:rPr lang="fr-FR" sz="2600" kern="1200" dirty="0"/>
            <a:t>()</a:t>
          </a:r>
        </a:p>
      </dsp:txBody>
      <dsp:txXfrm>
        <a:off x="371967" y="958895"/>
        <a:ext cx="2673437" cy="880499"/>
      </dsp:txXfrm>
    </dsp:sp>
    <dsp:sp modelId="{3843AE35-DB17-42DD-A9EA-7081DAA4029E}">
      <dsp:nvSpPr>
        <dsp:cNvPr id="0" name=""/>
        <dsp:cNvSpPr/>
      </dsp:nvSpPr>
      <dsp:spPr>
        <a:xfrm>
          <a:off x="344573" y="2010679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Kmeans</a:t>
          </a:r>
          <a:r>
            <a:rPr lang="fr-FR" sz="2600" kern="1200" dirty="0"/>
            <a:t>(n = 4)</a:t>
          </a:r>
        </a:p>
      </dsp:txBody>
      <dsp:txXfrm>
        <a:off x="371967" y="2038073"/>
        <a:ext cx="2673437" cy="880499"/>
      </dsp:txXfrm>
    </dsp:sp>
    <dsp:sp modelId="{35F52539-2D63-4C5B-811E-E3427348E83A}">
      <dsp:nvSpPr>
        <dsp:cNvPr id="0" name=""/>
        <dsp:cNvSpPr/>
      </dsp:nvSpPr>
      <dsp:spPr>
        <a:xfrm>
          <a:off x="3669598" y="0"/>
          <a:ext cx="3410281" cy="3101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Model x1</a:t>
          </a:r>
        </a:p>
      </dsp:txBody>
      <dsp:txXfrm>
        <a:off x="3669598" y="0"/>
        <a:ext cx="3410281" cy="930592"/>
      </dsp:txXfrm>
    </dsp:sp>
    <dsp:sp modelId="{DD5B8956-79B8-4249-B392-A211D9F01E58}">
      <dsp:nvSpPr>
        <dsp:cNvPr id="0" name=""/>
        <dsp:cNvSpPr/>
      </dsp:nvSpPr>
      <dsp:spPr>
        <a:xfrm>
          <a:off x="4010626" y="931501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StandardScaler</a:t>
          </a:r>
          <a:r>
            <a:rPr lang="fr-FR" sz="2600" kern="1200" dirty="0"/>
            <a:t>()</a:t>
          </a:r>
        </a:p>
      </dsp:txBody>
      <dsp:txXfrm>
        <a:off x="4038020" y="958895"/>
        <a:ext cx="2673437" cy="880499"/>
      </dsp:txXfrm>
    </dsp:sp>
    <dsp:sp modelId="{9442EE40-6354-4C76-874D-81732497A63E}">
      <dsp:nvSpPr>
        <dsp:cNvPr id="0" name=""/>
        <dsp:cNvSpPr/>
      </dsp:nvSpPr>
      <dsp:spPr>
        <a:xfrm>
          <a:off x="4010626" y="2010679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Kmeans</a:t>
          </a:r>
          <a:r>
            <a:rPr lang="fr-FR" sz="2600" kern="1200" dirty="0"/>
            <a:t>(n=4)</a:t>
          </a:r>
        </a:p>
      </dsp:txBody>
      <dsp:txXfrm>
        <a:off x="4038020" y="2038073"/>
        <a:ext cx="2673437" cy="8804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CC772-522E-4B35-9442-1BE54A373C5C}">
      <dsp:nvSpPr>
        <dsp:cNvPr id="0" name=""/>
        <dsp:cNvSpPr/>
      </dsp:nvSpPr>
      <dsp:spPr>
        <a:xfrm>
          <a:off x="3545" y="0"/>
          <a:ext cx="3410281" cy="3101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Model 0</a:t>
          </a:r>
        </a:p>
      </dsp:txBody>
      <dsp:txXfrm>
        <a:off x="3545" y="0"/>
        <a:ext cx="3410281" cy="930592"/>
      </dsp:txXfrm>
    </dsp:sp>
    <dsp:sp modelId="{23C60B93-EC02-4852-A6D2-86AA64DD815A}">
      <dsp:nvSpPr>
        <dsp:cNvPr id="0" name=""/>
        <dsp:cNvSpPr/>
      </dsp:nvSpPr>
      <dsp:spPr>
        <a:xfrm>
          <a:off x="344573" y="931501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StandardScaler</a:t>
          </a:r>
          <a:r>
            <a:rPr lang="fr-FR" sz="2600" kern="1200" dirty="0"/>
            <a:t>()</a:t>
          </a:r>
        </a:p>
      </dsp:txBody>
      <dsp:txXfrm>
        <a:off x="371967" y="958895"/>
        <a:ext cx="2673437" cy="880499"/>
      </dsp:txXfrm>
    </dsp:sp>
    <dsp:sp modelId="{3843AE35-DB17-42DD-A9EA-7081DAA4029E}">
      <dsp:nvSpPr>
        <dsp:cNvPr id="0" name=""/>
        <dsp:cNvSpPr/>
      </dsp:nvSpPr>
      <dsp:spPr>
        <a:xfrm>
          <a:off x="344573" y="2010679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Kmeans</a:t>
          </a:r>
          <a:r>
            <a:rPr lang="fr-FR" sz="2600" kern="1200" dirty="0"/>
            <a:t>(n = 4)</a:t>
          </a:r>
        </a:p>
      </dsp:txBody>
      <dsp:txXfrm>
        <a:off x="371967" y="2038073"/>
        <a:ext cx="2673437" cy="880499"/>
      </dsp:txXfrm>
    </dsp:sp>
    <dsp:sp modelId="{35F52539-2D63-4C5B-811E-E3427348E83A}">
      <dsp:nvSpPr>
        <dsp:cNvPr id="0" name=""/>
        <dsp:cNvSpPr/>
      </dsp:nvSpPr>
      <dsp:spPr>
        <a:xfrm>
          <a:off x="3669598" y="0"/>
          <a:ext cx="3410281" cy="31019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400" kern="1200" dirty="0"/>
            <a:t>Model x1</a:t>
          </a:r>
        </a:p>
      </dsp:txBody>
      <dsp:txXfrm>
        <a:off x="3669598" y="0"/>
        <a:ext cx="3410281" cy="930592"/>
      </dsp:txXfrm>
    </dsp:sp>
    <dsp:sp modelId="{DD5B8956-79B8-4249-B392-A211D9F01E58}">
      <dsp:nvSpPr>
        <dsp:cNvPr id="0" name=""/>
        <dsp:cNvSpPr/>
      </dsp:nvSpPr>
      <dsp:spPr>
        <a:xfrm>
          <a:off x="4010626" y="931501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StandardScaler</a:t>
          </a:r>
          <a:r>
            <a:rPr lang="fr-FR" sz="2600" kern="1200" dirty="0"/>
            <a:t>()</a:t>
          </a:r>
        </a:p>
      </dsp:txBody>
      <dsp:txXfrm>
        <a:off x="4038020" y="958895"/>
        <a:ext cx="2673437" cy="880499"/>
      </dsp:txXfrm>
    </dsp:sp>
    <dsp:sp modelId="{9442EE40-6354-4C76-874D-81732497A63E}">
      <dsp:nvSpPr>
        <dsp:cNvPr id="0" name=""/>
        <dsp:cNvSpPr/>
      </dsp:nvSpPr>
      <dsp:spPr>
        <a:xfrm>
          <a:off x="4010626" y="2010679"/>
          <a:ext cx="2728225" cy="9352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 err="1"/>
            <a:t>Kmeans</a:t>
          </a:r>
          <a:r>
            <a:rPr lang="fr-FR" sz="2600" kern="1200" dirty="0"/>
            <a:t>(n=4)</a:t>
          </a:r>
        </a:p>
      </dsp:txBody>
      <dsp:txXfrm>
        <a:off x="4038020" y="2038073"/>
        <a:ext cx="2673437" cy="8804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BF0B2-0AEF-4190-B298-AFA5FA726E93}">
      <dsp:nvSpPr>
        <dsp:cNvPr id="0" name=""/>
        <dsp:cNvSpPr/>
      </dsp:nvSpPr>
      <dsp:spPr>
        <a:xfrm>
          <a:off x="0" y="600"/>
          <a:ext cx="6656769" cy="14057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89DC15-DE3A-4CAA-B233-A25B33FA0454}">
      <dsp:nvSpPr>
        <dsp:cNvPr id="0" name=""/>
        <dsp:cNvSpPr/>
      </dsp:nvSpPr>
      <dsp:spPr>
        <a:xfrm>
          <a:off x="425229" y="316887"/>
          <a:ext cx="773144" cy="7731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B7551-AA70-43D2-B388-7D369908A947}">
      <dsp:nvSpPr>
        <dsp:cNvPr id="0" name=""/>
        <dsp:cNvSpPr/>
      </dsp:nvSpPr>
      <dsp:spPr>
        <a:xfrm>
          <a:off x="1623604" y="600"/>
          <a:ext cx="5033164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Dataset</a:t>
          </a:r>
          <a:r>
            <a:rPr lang="fr-FR" sz="2500" kern="1200" dirty="0"/>
            <a:t> clean and full</a:t>
          </a:r>
          <a:endParaRPr lang="en-US" sz="2500" kern="1200" dirty="0"/>
        </a:p>
      </dsp:txBody>
      <dsp:txXfrm>
        <a:off x="1623604" y="600"/>
        <a:ext cx="5033164" cy="1405718"/>
      </dsp:txXfrm>
    </dsp:sp>
    <dsp:sp modelId="{0157EE7C-5457-4DF3-80F2-96B1DA112CBF}">
      <dsp:nvSpPr>
        <dsp:cNvPr id="0" name=""/>
        <dsp:cNvSpPr/>
      </dsp:nvSpPr>
      <dsp:spPr>
        <a:xfrm>
          <a:off x="0" y="1757748"/>
          <a:ext cx="6656769" cy="14057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8134E-C684-4AF1-AF48-8B6AD53C3A61}">
      <dsp:nvSpPr>
        <dsp:cNvPr id="0" name=""/>
        <dsp:cNvSpPr/>
      </dsp:nvSpPr>
      <dsp:spPr>
        <a:xfrm>
          <a:off x="425229" y="2074035"/>
          <a:ext cx="773144" cy="7731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D8F6C-2F6D-4C9F-A7AC-18A32C242D4B}">
      <dsp:nvSpPr>
        <dsp:cNvPr id="0" name=""/>
        <dsp:cNvSpPr/>
      </dsp:nvSpPr>
      <dsp:spPr>
        <a:xfrm>
          <a:off x="1623604" y="1757748"/>
          <a:ext cx="2995546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Best model : </a:t>
          </a:r>
          <a:r>
            <a:rPr lang="fr-FR" sz="2500" kern="1200" dirty="0" err="1"/>
            <a:t>Kmeans</a:t>
          </a:r>
          <a:endParaRPr lang="en-US" sz="2500" kern="1200" dirty="0"/>
        </a:p>
      </dsp:txBody>
      <dsp:txXfrm>
        <a:off x="1623604" y="1757748"/>
        <a:ext cx="2995546" cy="1405718"/>
      </dsp:txXfrm>
    </dsp:sp>
    <dsp:sp modelId="{CF64639F-079D-4A11-8FAC-9D0F35146315}">
      <dsp:nvSpPr>
        <dsp:cNvPr id="0" name=""/>
        <dsp:cNvSpPr/>
      </dsp:nvSpPr>
      <dsp:spPr>
        <a:xfrm>
          <a:off x="4619150" y="1757748"/>
          <a:ext cx="2037618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K = 4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Stable</a:t>
          </a:r>
          <a:endParaRPr lang="en-US" sz="1800" kern="1200" dirty="0"/>
        </a:p>
      </dsp:txBody>
      <dsp:txXfrm>
        <a:off x="4619150" y="1757748"/>
        <a:ext cx="2037618" cy="1405718"/>
      </dsp:txXfrm>
    </dsp:sp>
    <dsp:sp modelId="{2F5BF4C0-2028-4507-AC78-42E9A9133660}">
      <dsp:nvSpPr>
        <dsp:cNvPr id="0" name=""/>
        <dsp:cNvSpPr/>
      </dsp:nvSpPr>
      <dsp:spPr>
        <a:xfrm>
          <a:off x="0" y="3514896"/>
          <a:ext cx="6656769" cy="140571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540AB-A712-4CC4-BAB5-D10CEE413092}">
      <dsp:nvSpPr>
        <dsp:cNvPr id="0" name=""/>
        <dsp:cNvSpPr/>
      </dsp:nvSpPr>
      <dsp:spPr>
        <a:xfrm>
          <a:off x="425229" y="3831182"/>
          <a:ext cx="773144" cy="7731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5B051-3A2B-49E9-BB55-12FC5B5FE562}">
      <dsp:nvSpPr>
        <dsp:cNvPr id="0" name=""/>
        <dsp:cNvSpPr/>
      </dsp:nvSpPr>
      <dsp:spPr>
        <a:xfrm>
          <a:off x="1623604" y="3514896"/>
          <a:ext cx="5033164" cy="1405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2" tIns="148772" rIns="148772" bIns="14877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/>
            <a:t>Maintenance : 8 weeks</a:t>
          </a:r>
          <a:endParaRPr lang="en-US" sz="2500" kern="1200"/>
        </a:p>
      </dsp:txBody>
      <dsp:txXfrm>
        <a:off x="1623604" y="3514896"/>
        <a:ext cx="5033164" cy="1405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79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19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15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234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09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2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19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8080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82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0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4791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9215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610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5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655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4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B6BC2-D036-4233-838F-67F5B210D896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C76B5B-08A1-4946-A1E9-BC99FEEED7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3236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3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P5 : Segmentez des clients d’un site e-commerce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Soutenance pour la formation de </a:t>
            </a:r>
            <a:r>
              <a:rPr lang="fr-FR" i="1" dirty="0"/>
              <a:t>Data </a:t>
            </a:r>
            <a:r>
              <a:rPr lang="en-US" i="1" dirty="0"/>
              <a:t>Scientist</a:t>
            </a:r>
          </a:p>
          <a:p>
            <a:r>
              <a:rPr lang="en-US" dirty="0"/>
              <a:t>Aline </a:t>
            </a:r>
            <a:r>
              <a:rPr lang="en-US" dirty="0" err="1"/>
              <a:t>Pillot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376" y="4714916"/>
            <a:ext cx="1597152" cy="15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5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Context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1BC0290-B646-E9BF-D3AF-AABCA6B5D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E-commerce </a:t>
            </a:r>
            <a:r>
              <a:rPr lang="fr-FR" dirty="0" err="1">
                <a:solidFill>
                  <a:srgbClr val="FFFFFF"/>
                </a:solidFill>
              </a:rPr>
              <a:t>website</a:t>
            </a:r>
            <a:endParaRPr lang="fr-FR" dirty="0">
              <a:solidFill>
                <a:srgbClr val="FFFFFF"/>
              </a:solidFill>
            </a:endParaRPr>
          </a:p>
          <a:p>
            <a:r>
              <a:rPr lang="fr-FR" dirty="0" err="1">
                <a:solidFill>
                  <a:srgbClr val="FFFFFF"/>
                </a:solidFill>
              </a:rPr>
              <a:t>Customers</a:t>
            </a:r>
            <a:r>
              <a:rPr lang="fr-FR" dirty="0">
                <a:solidFill>
                  <a:srgbClr val="FFFFFF"/>
                </a:solidFill>
              </a:rPr>
              <a:t> segmentation</a:t>
            </a:r>
          </a:p>
          <a:p>
            <a:pPr lvl="1"/>
            <a:r>
              <a:rPr lang="fr-FR" dirty="0" err="1">
                <a:solidFill>
                  <a:srgbClr val="FFFFFF"/>
                </a:solidFill>
              </a:rPr>
              <a:t>Understand</a:t>
            </a:r>
            <a:r>
              <a:rPr lang="fr-FR" dirty="0">
                <a:solidFill>
                  <a:srgbClr val="FFFFFF"/>
                </a:solidFill>
              </a:rPr>
              <a:t> </a:t>
            </a:r>
            <a:r>
              <a:rPr lang="fr-FR" dirty="0" err="1">
                <a:solidFill>
                  <a:srgbClr val="FFFFFF"/>
                </a:solidFill>
              </a:rPr>
              <a:t>different</a:t>
            </a:r>
            <a:r>
              <a:rPr lang="fr-FR" dirty="0">
                <a:solidFill>
                  <a:srgbClr val="FFFFFF"/>
                </a:solidFill>
              </a:rPr>
              <a:t> type </a:t>
            </a:r>
            <a:r>
              <a:rPr lang="fr-FR" dirty="0" err="1">
                <a:solidFill>
                  <a:srgbClr val="FFFFFF"/>
                </a:solidFill>
              </a:rPr>
              <a:t>customers</a:t>
            </a:r>
            <a:endParaRPr lang="fr-FR" dirty="0">
              <a:solidFill>
                <a:srgbClr val="FFFFFF"/>
              </a:solidFill>
            </a:endParaRPr>
          </a:p>
          <a:p>
            <a:pPr lvl="1"/>
            <a:r>
              <a:rPr lang="fr-FR" dirty="0">
                <a:solidFill>
                  <a:srgbClr val="FFFFFF"/>
                </a:solidFill>
              </a:rPr>
              <a:t>Marketing</a:t>
            </a:r>
          </a:p>
          <a:p>
            <a:pPr lvl="1"/>
            <a:r>
              <a:rPr lang="fr-FR" dirty="0">
                <a:solidFill>
                  <a:srgbClr val="FFFFFF"/>
                </a:solidFill>
              </a:rPr>
              <a:t>Maintenance </a:t>
            </a:r>
            <a:r>
              <a:rPr lang="fr-FR" dirty="0" err="1">
                <a:solidFill>
                  <a:srgbClr val="FFFFFF"/>
                </a:solidFill>
              </a:rPr>
              <a:t>contract</a:t>
            </a:r>
            <a:endParaRPr lang="fr-FR" dirty="0">
              <a:solidFill>
                <a:srgbClr val="FFFFFF"/>
              </a:solidFill>
            </a:endParaRPr>
          </a:p>
          <a:p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6" name="Rectangle 5" descr="Refresh">
            <a:extLst>
              <a:ext uri="{FF2B5EF4-FFF2-40B4-BE49-F238E27FC236}">
                <a16:creationId xmlns:a16="http://schemas.microsoft.com/office/drawing/2014/main" id="{27D8C337-33C3-2FFD-80BD-4D8228F0B78A}"/>
              </a:ext>
            </a:extLst>
          </p:cNvPr>
          <p:cNvSpPr/>
          <p:nvPr/>
        </p:nvSpPr>
        <p:spPr>
          <a:xfrm>
            <a:off x="8615982" y="4837361"/>
            <a:ext cx="773144" cy="773144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9" name="Graphique 8" descr="e-commerce avec un remplissage uni">
            <a:extLst>
              <a:ext uri="{FF2B5EF4-FFF2-40B4-BE49-F238E27FC236}">
                <a16:creationId xmlns:a16="http://schemas.microsoft.com/office/drawing/2014/main" id="{BC62D6BA-8C9F-B85C-5396-E2A5F42F5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4963" y="1961794"/>
            <a:ext cx="914400" cy="914400"/>
          </a:xfrm>
          <a:prstGeom prst="rect">
            <a:avLst/>
          </a:prstGeom>
        </p:spPr>
      </p:pic>
      <p:pic>
        <p:nvPicPr>
          <p:cNvPr id="11" name="Graphique 10" descr="Public cible avec un remplissage uni">
            <a:extLst>
              <a:ext uri="{FF2B5EF4-FFF2-40B4-BE49-F238E27FC236}">
                <a16:creationId xmlns:a16="http://schemas.microsoft.com/office/drawing/2014/main" id="{61EA6919-D518-147A-BCAA-932C3EDB61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652" y="35596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1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endParaRPr lang="fr-FR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05" y="1843596"/>
            <a:ext cx="6450035" cy="3881437"/>
          </a:xfr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095D788-D159-D914-F9DA-0CA25E21E563}"/>
              </a:ext>
            </a:extLst>
          </p:cNvPr>
          <p:cNvSpPr/>
          <p:nvPr/>
        </p:nvSpPr>
        <p:spPr>
          <a:xfrm>
            <a:off x="1676400" y="3240596"/>
            <a:ext cx="4686300" cy="2445829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95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42C2A-4985-34DB-A15E-76EB73FD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Cleaning</a:t>
            </a:r>
            <a:r>
              <a:rPr lang="fr-FR" dirty="0"/>
              <a:t> - </a:t>
            </a:r>
            <a:r>
              <a:rPr lang="fr-FR" dirty="0" err="1"/>
              <a:t>selection</a:t>
            </a:r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C25DC52-35B4-6413-6979-1F45E9E86B2E}"/>
              </a:ext>
            </a:extLst>
          </p:cNvPr>
          <p:cNvGrpSpPr/>
          <p:nvPr/>
        </p:nvGrpSpPr>
        <p:grpSpPr>
          <a:xfrm>
            <a:off x="2306880" y="1692275"/>
            <a:ext cx="6837120" cy="3561112"/>
            <a:chOff x="2306880" y="2149475"/>
            <a:chExt cx="6837120" cy="3561112"/>
          </a:xfrm>
        </p:grpSpPr>
        <p:pic>
          <p:nvPicPr>
            <p:cNvPr id="4" name="Espace réservé du contenu 5">
              <a:extLst>
                <a:ext uri="{FF2B5EF4-FFF2-40B4-BE49-F238E27FC236}">
                  <a16:creationId xmlns:a16="http://schemas.microsoft.com/office/drawing/2014/main" id="{3DB2E3A0-C10C-B643-9F3C-7512DE78C2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846" r="31656"/>
            <a:stretch/>
          </p:blipFill>
          <p:spPr>
            <a:xfrm>
              <a:off x="2306880" y="2149475"/>
              <a:ext cx="6837120" cy="356111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926433-3FC5-46C2-82AC-96494CBDC322}"/>
                </a:ext>
              </a:extLst>
            </p:cNvPr>
            <p:cNvSpPr/>
            <p:nvPr/>
          </p:nvSpPr>
          <p:spPr>
            <a:xfrm>
              <a:off x="6600825" y="4638675"/>
              <a:ext cx="2533650" cy="504825"/>
            </a:xfrm>
            <a:prstGeom prst="rect">
              <a:avLst/>
            </a:prstGeom>
            <a:solidFill>
              <a:srgbClr val="F0F4F7"/>
            </a:solidFill>
            <a:ln>
              <a:solidFill>
                <a:srgbClr val="F0F4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1252EDB-1197-3CDE-2EF4-1FBCD636A761}"/>
              </a:ext>
            </a:extLst>
          </p:cNvPr>
          <p:cNvSpPr/>
          <p:nvPr/>
        </p:nvSpPr>
        <p:spPr>
          <a:xfrm>
            <a:off x="4591050" y="5143231"/>
            <a:ext cx="222294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99441 </a:t>
            </a:r>
            <a:r>
              <a:rPr lang="fr-FR" dirty="0" err="1"/>
              <a:t>customers</a:t>
            </a:r>
            <a:endParaRPr lang="fr-FR" dirty="0"/>
          </a:p>
          <a:p>
            <a:pPr algn="ctr"/>
            <a:r>
              <a:rPr lang="fr-FR" dirty="0"/>
              <a:t>96096 uniques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0E24B0D-0373-FA49-1FF5-E3C0FD29F95B}"/>
              </a:ext>
            </a:extLst>
          </p:cNvPr>
          <p:cNvSpPr/>
          <p:nvPr/>
        </p:nvSpPr>
        <p:spPr>
          <a:xfrm>
            <a:off x="1413339" y="2790556"/>
            <a:ext cx="1787082" cy="6289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99224 </a:t>
            </a:r>
            <a:r>
              <a:rPr lang="fr-FR" dirty="0" err="1"/>
              <a:t>reviews</a:t>
            </a:r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6445852-F986-B2E7-A211-5DE1823D7482}"/>
              </a:ext>
            </a:extLst>
          </p:cNvPr>
          <p:cNvSpPr/>
          <p:nvPr/>
        </p:nvSpPr>
        <p:spPr>
          <a:xfrm>
            <a:off x="5281613" y="1114424"/>
            <a:ext cx="1843088" cy="642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99441 </a:t>
            </a:r>
            <a:r>
              <a:rPr lang="fr-FR" dirty="0" err="1"/>
              <a:t>orders</a:t>
            </a:r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669AA86-C4A3-931F-5033-3E712CE451C2}"/>
              </a:ext>
            </a:extLst>
          </p:cNvPr>
          <p:cNvSpPr/>
          <p:nvPr/>
        </p:nvSpPr>
        <p:spPr>
          <a:xfrm>
            <a:off x="8391525" y="2790556"/>
            <a:ext cx="2425257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112650 </a:t>
            </a:r>
            <a:r>
              <a:rPr lang="fr-FR" dirty="0" err="1"/>
              <a:t>order</a:t>
            </a:r>
            <a:r>
              <a:rPr lang="fr-FR" dirty="0"/>
              <a:t> items</a:t>
            </a:r>
          </a:p>
          <a:p>
            <a:pPr algn="ctr"/>
            <a:r>
              <a:rPr lang="fr-FR" dirty="0"/>
              <a:t>98666 uniques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130A1EF-0FFD-615A-C8E2-8A53045D0E5D}"/>
              </a:ext>
            </a:extLst>
          </p:cNvPr>
          <p:cNvSpPr/>
          <p:nvPr/>
        </p:nvSpPr>
        <p:spPr>
          <a:xfrm>
            <a:off x="7572375" y="4038949"/>
            <a:ext cx="3700420" cy="24288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err="1"/>
              <a:t>Customer_unique_id</a:t>
            </a:r>
            <a:endParaRPr lang="fr-FR" b="1" dirty="0"/>
          </a:p>
          <a:p>
            <a:pPr algn="ctr"/>
            <a:r>
              <a:rPr lang="fr-FR" dirty="0" err="1"/>
              <a:t>Customer_city</a:t>
            </a:r>
            <a:endParaRPr lang="fr-FR" dirty="0"/>
          </a:p>
          <a:p>
            <a:pPr algn="ctr"/>
            <a:r>
              <a:rPr lang="fr-FR" dirty="0" err="1"/>
              <a:t>Customer_state</a:t>
            </a:r>
            <a:endParaRPr lang="fr-FR" dirty="0"/>
          </a:p>
          <a:p>
            <a:pPr algn="ctr"/>
            <a:r>
              <a:rPr lang="fr-FR" dirty="0" err="1"/>
              <a:t>Order_purchase_timestamp</a:t>
            </a:r>
            <a:endParaRPr lang="fr-FR" dirty="0"/>
          </a:p>
          <a:p>
            <a:pPr algn="ctr"/>
            <a:r>
              <a:rPr lang="fr-FR" dirty="0"/>
              <a:t>Price</a:t>
            </a:r>
          </a:p>
          <a:p>
            <a:pPr algn="ctr"/>
            <a:r>
              <a:rPr lang="fr-FR" dirty="0" err="1"/>
              <a:t>Review_score</a:t>
            </a:r>
            <a:endParaRPr lang="fr-FR" dirty="0"/>
          </a:p>
          <a:p>
            <a:pPr algn="ctr"/>
            <a:r>
              <a:rPr lang="fr-FR" dirty="0" err="1"/>
              <a:t>Review_comment_message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493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43">
            <a:extLst>
              <a:ext uri="{FF2B5EF4-FFF2-40B4-BE49-F238E27FC236}">
                <a16:creationId xmlns:a16="http://schemas.microsoft.com/office/drawing/2014/main" id="{1DA27254-207B-4B52-973B-03A6D7C2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9CBFDF-7FFE-B68B-31DC-6593AA43C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fr-FR" sz="4400"/>
              <a:t>Feature engineering for RFM</a:t>
            </a:r>
          </a:p>
        </p:txBody>
      </p:sp>
      <p:grpSp>
        <p:nvGrpSpPr>
          <p:cNvPr id="58" name="Group 45">
            <a:extLst>
              <a:ext uri="{FF2B5EF4-FFF2-40B4-BE49-F238E27FC236}">
                <a16:creationId xmlns:a16="http://schemas.microsoft.com/office/drawing/2014/main" id="{AE3358E8-FEB4-4E5C-903A-92C75E6B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5FE9BA5-5847-4FF3-960A-4E3AC28E3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7">
              <a:extLst>
                <a:ext uri="{FF2B5EF4-FFF2-40B4-BE49-F238E27FC236}">
                  <a16:creationId xmlns:a16="http://schemas.microsoft.com/office/drawing/2014/main" id="{76D98C19-CACB-4DEB-9AA7-5E1D776DB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8EA0C28F-AA7D-46C7-8D8A-CE97E7EB0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50B7A449-3821-4275-97E9-6B1FF91D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D15285ED-C1E9-4539-9551-2D9D3B89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Rectangle 27">
              <a:extLst>
                <a:ext uri="{FF2B5EF4-FFF2-40B4-BE49-F238E27FC236}">
                  <a16:creationId xmlns:a16="http://schemas.microsoft.com/office/drawing/2014/main" id="{A57A772B-029C-402F-8961-04AD1B611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Rectangle 28">
              <a:extLst>
                <a:ext uri="{FF2B5EF4-FFF2-40B4-BE49-F238E27FC236}">
                  <a16:creationId xmlns:a16="http://schemas.microsoft.com/office/drawing/2014/main" id="{43A98072-A351-47FB-8807-1EEDBF77E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Rectangle 29">
              <a:extLst>
                <a:ext uri="{FF2B5EF4-FFF2-40B4-BE49-F238E27FC236}">
                  <a16:creationId xmlns:a16="http://schemas.microsoft.com/office/drawing/2014/main" id="{3BC2C561-1ADE-495B-A04A-92DE414F5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FE633B79-4994-47EC-9479-56BA3E3A5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D6188152-70CA-4742-AA0D-863A7FDB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8628AD5-A7D8-EAFA-DCDD-EDC1005142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913494"/>
              </p:ext>
            </p:extLst>
          </p:nvPr>
        </p:nvGraphicFramePr>
        <p:xfrm>
          <a:off x="4876847" y="944563"/>
          <a:ext cx="6656769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413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E1B91-A24F-FD91-943E-7C41CAD8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Exploratory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60CF099-D880-8322-D37B-D0AD8478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622" y="4038040"/>
            <a:ext cx="2876895" cy="232461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41DFE68-69FB-E38D-A574-BC8BC7C3F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607" y="257602"/>
            <a:ext cx="2846337" cy="222799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59C7847-8882-80EC-9995-8F61FDC1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19" y="2485598"/>
            <a:ext cx="5631401" cy="350269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F27AC93-BD8D-36D3-2516-FEB322FFC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550" y="1704914"/>
            <a:ext cx="3012669" cy="223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93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E1B91-A24F-FD91-943E-7C41CAD8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Exploratory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59C7847-8882-80EC-9995-8F61FDC1B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19" y="2485598"/>
            <a:ext cx="5631401" cy="35026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E68441-2DD9-FFDF-8F44-0B9F0F9B3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457" y="1114817"/>
            <a:ext cx="4996411" cy="415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12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Modelisation</a:t>
            </a:r>
            <a:endParaRPr lang="en-US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66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A27254-207B-4B52-973B-03A6D7C2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B65D9E4-714C-D379-8EE3-EB8D91167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pPr algn="ctr"/>
            <a:r>
              <a:rPr lang="fr-FR" sz="4100" dirty="0"/>
              <a:t>3 </a:t>
            </a:r>
            <a:r>
              <a:rPr lang="fr-FR" sz="4100" dirty="0" err="1"/>
              <a:t>modelisations</a:t>
            </a:r>
            <a:endParaRPr lang="fr-FR" sz="41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3358E8-FEB4-4E5C-903A-92C75E6B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5FE9BA5-5847-4FF3-960A-4E3AC28E3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D98C19-CACB-4DEB-9AA7-5E1D776DB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EA0C28F-AA7D-46C7-8D8A-CE97E7EB0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0B7A449-3821-4275-97E9-6B1FF91D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15285ED-C1E9-4539-9551-2D9D3B89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A57A772B-029C-402F-8961-04AD1B611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3A98072-A351-47FB-8807-1EEDBF77E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BC2C561-1ADE-495B-A04A-92DE414F5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E633B79-4994-47EC-9479-56BA3E3A5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6188152-70CA-4742-AA0D-863A7FDB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D706049-069F-2D50-3B45-D50E55C01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211651"/>
              </p:ext>
            </p:extLst>
          </p:nvPr>
        </p:nvGraphicFramePr>
        <p:xfrm>
          <a:off x="4876847" y="944563"/>
          <a:ext cx="6656769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0421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70D545-ACE9-BA60-936D-20CD7984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DBScan</a:t>
            </a:r>
            <a:r>
              <a:rPr lang="fr-FR" dirty="0">
                <a:solidFill>
                  <a:schemeClr val="bg1"/>
                </a:solidFill>
              </a:rPr>
              <a:t> 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704A9A-9C1E-3D24-4BF9-9D68EBDA1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DBScan</a:t>
            </a:r>
            <a:r>
              <a:rPr lang="fr-FR" dirty="0">
                <a:solidFill>
                  <a:schemeClr val="bg1"/>
                </a:solidFill>
              </a:rPr>
              <a:t> : OPTICS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15 clusters</a:t>
            </a:r>
          </a:p>
          <a:p>
            <a:pPr lvl="1"/>
            <a:r>
              <a:rPr lang="fr-FR" dirty="0">
                <a:solidFill>
                  <a:schemeClr val="bg1"/>
                </a:solidFill>
              </a:rPr>
              <a:t>81971 </a:t>
            </a:r>
            <a:r>
              <a:rPr lang="fr-FR" dirty="0" err="1">
                <a:solidFill>
                  <a:schemeClr val="bg1"/>
                </a:solidFill>
              </a:rPr>
              <a:t>outliers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1E0DD6-7418-1425-C57F-C55B74673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753" y="881168"/>
            <a:ext cx="5013062" cy="4900269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EFCEFDA-4201-1662-03EF-7DE8CE871255}"/>
              </a:ext>
            </a:extLst>
          </p:cNvPr>
          <p:cNvSpPr/>
          <p:nvPr/>
        </p:nvSpPr>
        <p:spPr>
          <a:xfrm rot="19400513">
            <a:off x="1263635" y="3801409"/>
            <a:ext cx="271412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Not </a:t>
            </a:r>
            <a:r>
              <a:rPr lang="fr-FR" dirty="0" err="1"/>
              <a:t>suitable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794930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717DC-B5B7-3270-EFA0-A9F41D05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Clustering </a:t>
            </a:r>
            <a:r>
              <a:rPr lang="fr-FR" dirty="0" err="1">
                <a:solidFill>
                  <a:schemeClr val="tx1"/>
                </a:solidFill>
              </a:rPr>
              <a:t>Hierachic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Algorithm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A48773-6B2D-9B91-9C55-9D694189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Clustering </a:t>
            </a:r>
            <a:r>
              <a:rPr lang="fr-FR" dirty="0" err="1"/>
              <a:t>Hierachic</a:t>
            </a:r>
            <a:r>
              <a:rPr lang="fr-FR" dirty="0"/>
              <a:t> </a:t>
            </a:r>
            <a:r>
              <a:rPr lang="fr-FR" dirty="0" err="1"/>
              <a:t>Algorithm</a:t>
            </a:r>
            <a:endParaRPr lang="fr-FR" dirty="0"/>
          </a:p>
          <a:p>
            <a:pPr lvl="1"/>
            <a:r>
              <a:rPr lang="fr-FR" dirty="0" err="1"/>
              <a:t>Agglomerative</a:t>
            </a:r>
            <a:r>
              <a:rPr lang="fr-FR" dirty="0"/>
              <a:t> Clustering</a:t>
            </a:r>
          </a:p>
          <a:p>
            <a:pPr lvl="1"/>
            <a:r>
              <a:rPr lang="fr-FR" dirty="0"/>
              <a:t>N = 4</a:t>
            </a:r>
          </a:p>
          <a:p>
            <a:pPr lvl="1"/>
            <a:endParaRPr lang="fr-F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9597528-FEEF-A34A-B24F-447B1B047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116" y="1377950"/>
            <a:ext cx="6505575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CBCC72F-8674-3005-BB12-3C8608EB9D25}"/>
              </a:ext>
            </a:extLst>
          </p:cNvPr>
          <p:cNvSpPr/>
          <p:nvPr/>
        </p:nvSpPr>
        <p:spPr>
          <a:xfrm rot="19400513">
            <a:off x="1263635" y="3801409"/>
            <a:ext cx="271412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Not </a:t>
            </a:r>
            <a:r>
              <a:rPr lang="fr-FR" dirty="0" err="1"/>
              <a:t>suitable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02951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3DE8CE-E681-2D84-ABB4-FE4FD2C9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Models</a:t>
            </a:r>
            <a:endParaRPr lang="fr-FR" dirty="0"/>
          </a:p>
        </p:txBody>
      </p:sp>
      <p:graphicFrame>
        <p:nvGraphicFramePr>
          <p:cNvPr id="4" name="Tableau 2">
            <a:extLst>
              <a:ext uri="{FF2B5EF4-FFF2-40B4-BE49-F238E27FC236}">
                <a16:creationId xmlns:a16="http://schemas.microsoft.com/office/drawing/2014/main" id="{4E2FC5AF-32FF-5C1B-C2F6-08A393E64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19002"/>
              </p:ext>
            </p:extLst>
          </p:nvPr>
        </p:nvGraphicFramePr>
        <p:xfrm>
          <a:off x="1334557" y="1511086"/>
          <a:ext cx="9675285" cy="480398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35057">
                  <a:extLst>
                    <a:ext uri="{9D8B030D-6E8A-4147-A177-3AD203B41FA5}">
                      <a16:colId xmlns:a16="http://schemas.microsoft.com/office/drawing/2014/main" val="3901434246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3096366247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206502526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3124077479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3600903465"/>
                    </a:ext>
                  </a:extLst>
                </a:gridCol>
              </a:tblGrid>
              <a:tr h="423791">
                <a:tc>
                  <a:txBody>
                    <a:bodyPr/>
                    <a:lstStyle/>
                    <a:p>
                      <a:r>
                        <a:rPr lang="fr-F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Silhouette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Cluster </a:t>
                      </a:r>
                      <a:r>
                        <a:rPr lang="fr-FR" dirty="0" err="1"/>
                        <a:t>number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696803"/>
                  </a:ext>
                </a:extLst>
              </a:tr>
              <a:tr h="423791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694757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RFM + </a:t>
                      </a:r>
                      <a:r>
                        <a:rPr lang="fr-FR" dirty="0" err="1"/>
                        <a:t>review</a:t>
                      </a:r>
                      <a:r>
                        <a:rPr lang="fr-FR" dirty="0"/>
                        <a:t>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597651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FM + </a:t>
                      </a:r>
                      <a:r>
                        <a:rPr lang="fr-FR" dirty="0" err="1"/>
                        <a:t>review</a:t>
                      </a:r>
                      <a:r>
                        <a:rPr lang="fr-FR" dirty="0"/>
                        <a:t> score + comment </a:t>
                      </a:r>
                      <a:r>
                        <a:rPr lang="fr-FR" dirty="0" err="1"/>
                        <a:t>freq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930684"/>
                  </a:ext>
                </a:extLst>
              </a:tr>
              <a:tr h="423791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Score RFM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438493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Score RFM + </a:t>
                      </a:r>
                      <a:r>
                        <a:rPr lang="fr-FR" dirty="0" err="1"/>
                        <a:t>review</a:t>
                      </a:r>
                      <a:r>
                        <a:rPr lang="fr-FR" dirty="0"/>
                        <a:t>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152637"/>
                  </a:ext>
                </a:extLst>
              </a:tr>
              <a:tr h="423791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OPTICS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RFM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Outliers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07015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Agglomerative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clustering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RFM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Need sampling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30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801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77AAF-257F-80A1-ED2A-AC8781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Modelisations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569B2-5C96-02C0-3882-11FDB186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First model</a:t>
            </a:r>
          </a:p>
          <a:p>
            <a:pPr lvl="1"/>
            <a:r>
              <a:rPr lang="fr-FR" dirty="0" err="1"/>
              <a:t>Kmeans</a:t>
            </a:r>
            <a:endParaRPr lang="fr-FR" dirty="0"/>
          </a:p>
          <a:p>
            <a:pPr lvl="1"/>
            <a:r>
              <a:rPr lang="fr-FR" dirty="0"/>
              <a:t>Data : RFM</a:t>
            </a:r>
          </a:p>
          <a:p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pPr lvl="1"/>
            <a:r>
              <a:rPr lang="fr-FR" dirty="0"/>
              <a:t>K = 4</a:t>
            </a:r>
          </a:p>
          <a:p>
            <a:pPr lvl="1"/>
            <a:r>
              <a:rPr lang="fr-FR" dirty="0" err="1"/>
              <a:t>Silhouette_score</a:t>
            </a:r>
            <a:r>
              <a:rPr lang="fr-FR" dirty="0"/>
              <a:t> = 0.44</a:t>
            </a:r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CA6456-3F11-40A3-C8C1-562BEE27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7" y="1352550"/>
            <a:ext cx="5950520" cy="38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87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77AAF-257F-80A1-ED2A-AC8781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Modelisations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569B2-5C96-02C0-3882-11FDB186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First model</a:t>
            </a:r>
          </a:p>
          <a:p>
            <a:pPr lvl="1"/>
            <a:r>
              <a:rPr lang="fr-FR" dirty="0" err="1"/>
              <a:t>Kmeans</a:t>
            </a:r>
            <a:endParaRPr lang="fr-FR" dirty="0"/>
          </a:p>
          <a:p>
            <a:pPr lvl="1"/>
            <a:r>
              <a:rPr lang="fr-FR" dirty="0"/>
              <a:t>Data : RFM</a:t>
            </a:r>
          </a:p>
          <a:p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pPr lvl="1"/>
            <a:r>
              <a:rPr lang="fr-FR" dirty="0"/>
              <a:t>K = 4</a:t>
            </a:r>
          </a:p>
          <a:p>
            <a:pPr lvl="1"/>
            <a:r>
              <a:rPr lang="fr-FR" dirty="0" err="1"/>
              <a:t>Silhouette_score</a:t>
            </a:r>
            <a:r>
              <a:rPr lang="fr-FR" dirty="0"/>
              <a:t> = 0.44</a:t>
            </a:r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3CA6456-3F11-40A3-C8C1-562BEE27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7" y="1352550"/>
            <a:ext cx="5950520" cy="388077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152149F-7AD2-E1A7-FC00-35DE1A420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966" y="609600"/>
            <a:ext cx="57531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098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7351E29-40A5-5787-65BF-21A186F86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08" y="1352551"/>
            <a:ext cx="5950520" cy="388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A477AAF-257F-80A1-ED2A-AC8781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Modelisations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569B2-5C96-02C0-3882-11FDB186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Second model</a:t>
            </a:r>
          </a:p>
          <a:p>
            <a:pPr lvl="1"/>
            <a:r>
              <a:rPr lang="fr-FR" dirty="0" err="1"/>
              <a:t>Kmeans</a:t>
            </a:r>
            <a:endParaRPr lang="fr-FR" dirty="0"/>
          </a:p>
          <a:p>
            <a:pPr lvl="1"/>
            <a:r>
              <a:rPr lang="fr-FR" dirty="0"/>
              <a:t>Data : RFM + score</a:t>
            </a:r>
          </a:p>
          <a:p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pPr lvl="1"/>
            <a:r>
              <a:rPr lang="fr-FR" dirty="0"/>
              <a:t>K = 5</a:t>
            </a:r>
          </a:p>
          <a:p>
            <a:pPr lvl="1"/>
            <a:r>
              <a:rPr lang="fr-FR" dirty="0" err="1"/>
              <a:t>Silhouette_score</a:t>
            </a:r>
            <a:r>
              <a:rPr lang="fr-FR" dirty="0"/>
              <a:t> = 0.38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3927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4608E08-7967-8684-24B3-02F6725DB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508" y="1352551"/>
            <a:ext cx="5950520" cy="381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A477AAF-257F-80A1-ED2A-AC8781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Modelisations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569B2-5C96-02C0-3882-11FDB186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Third</a:t>
            </a:r>
            <a:r>
              <a:rPr lang="fr-FR" dirty="0"/>
              <a:t> model</a:t>
            </a:r>
          </a:p>
          <a:p>
            <a:pPr lvl="1"/>
            <a:r>
              <a:rPr lang="fr-FR" dirty="0" err="1"/>
              <a:t>Kmeans</a:t>
            </a:r>
            <a:endParaRPr lang="fr-FR" dirty="0"/>
          </a:p>
          <a:p>
            <a:pPr lvl="1"/>
            <a:r>
              <a:rPr lang="fr-FR" dirty="0"/>
              <a:t>Data : Frequency</a:t>
            </a:r>
            <a:r>
              <a:rPr lang="en-US" dirty="0"/>
              <a:t>, score, comments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pPr lvl="1"/>
            <a:r>
              <a:rPr lang="fr-FR" dirty="0"/>
              <a:t>K = 4</a:t>
            </a:r>
          </a:p>
          <a:p>
            <a:pPr lvl="1"/>
            <a:r>
              <a:rPr lang="fr-FR" dirty="0" err="1"/>
              <a:t>Silhouette_score</a:t>
            </a:r>
            <a:r>
              <a:rPr lang="fr-FR" dirty="0"/>
              <a:t> = 0.66</a:t>
            </a:r>
          </a:p>
          <a:p>
            <a:pPr lvl="1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A25AC68-6D79-E9ED-7E0A-D138C90A7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1377490"/>
            <a:ext cx="5950520" cy="402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2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77AAF-257F-80A1-ED2A-AC8781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Modelisations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569B2-5C96-02C0-3882-11FDB186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Fourth</a:t>
            </a:r>
            <a:r>
              <a:rPr lang="fr-FR" dirty="0"/>
              <a:t> model</a:t>
            </a:r>
          </a:p>
          <a:p>
            <a:pPr lvl="1"/>
            <a:r>
              <a:rPr lang="fr-FR" dirty="0" err="1"/>
              <a:t>Kmeans</a:t>
            </a:r>
            <a:endParaRPr lang="fr-FR" dirty="0"/>
          </a:p>
          <a:p>
            <a:pPr lvl="1"/>
            <a:r>
              <a:rPr lang="fr-FR" dirty="0"/>
              <a:t>Data : RFM ‘score’</a:t>
            </a:r>
          </a:p>
          <a:p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pPr lvl="1"/>
            <a:r>
              <a:rPr lang="fr-FR" dirty="0"/>
              <a:t>K = 4</a:t>
            </a:r>
          </a:p>
          <a:p>
            <a:pPr lvl="1"/>
            <a:r>
              <a:rPr lang="fr-FR" dirty="0" err="1"/>
              <a:t>Silhouette_score</a:t>
            </a:r>
            <a:r>
              <a:rPr lang="fr-FR" dirty="0"/>
              <a:t> = 0.43</a:t>
            </a:r>
          </a:p>
          <a:p>
            <a:pPr lvl="1"/>
            <a:endParaRPr lang="fr-F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AFEA649-9908-CE00-C346-3B2CB8934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320" y="1352551"/>
            <a:ext cx="5799708" cy="38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974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CBA9FD8-E988-03F8-F596-C614C7EF8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994" y="1352552"/>
            <a:ext cx="5946034" cy="38637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A477AAF-257F-80A1-ED2A-AC8781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Modelisations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C569B2-5C96-02C0-3882-11FDB186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Fifth</a:t>
            </a:r>
            <a:r>
              <a:rPr lang="fr-FR" dirty="0"/>
              <a:t> model</a:t>
            </a:r>
          </a:p>
          <a:p>
            <a:pPr lvl="1"/>
            <a:r>
              <a:rPr lang="fr-FR" dirty="0" err="1"/>
              <a:t>Kmeans</a:t>
            </a:r>
            <a:endParaRPr lang="fr-FR" dirty="0"/>
          </a:p>
          <a:p>
            <a:pPr lvl="1"/>
            <a:r>
              <a:rPr lang="fr-FR" dirty="0"/>
              <a:t>Data : RFM ‘score’ + </a:t>
            </a:r>
            <a:r>
              <a:rPr lang="fr-FR" dirty="0" err="1"/>
              <a:t>reviews</a:t>
            </a:r>
            <a:r>
              <a:rPr lang="fr-FR" dirty="0"/>
              <a:t> score</a:t>
            </a:r>
          </a:p>
          <a:p>
            <a:endParaRPr lang="fr-FR" dirty="0"/>
          </a:p>
          <a:p>
            <a:r>
              <a:rPr lang="fr-FR" dirty="0" err="1"/>
              <a:t>Results</a:t>
            </a:r>
            <a:endParaRPr lang="fr-FR" dirty="0"/>
          </a:p>
          <a:p>
            <a:pPr lvl="1"/>
            <a:r>
              <a:rPr lang="fr-FR" dirty="0"/>
              <a:t>K = 4</a:t>
            </a:r>
          </a:p>
          <a:p>
            <a:pPr lvl="1"/>
            <a:r>
              <a:rPr lang="fr-FR" dirty="0" err="1"/>
              <a:t>Silhouette_score</a:t>
            </a:r>
            <a:r>
              <a:rPr lang="fr-FR" dirty="0"/>
              <a:t> = 0.46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9195749-B3ED-DB0F-9374-B6FF794C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557" y="753317"/>
            <a:ext cx="5404168" cy="528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8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3DE8CE-E681-2D84-ABB4-FE4FD2C9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Models</a:t>
            </a:r>
            <a:endParaRPr lang="fr-FR" dirty="0"/>
          </a:p>
        </p:txBody>
      </p:sp>
      <p:graphicFrame>
        <p:nvGraphicFramePr>
          <p:cNvPr id="4" name="Tableau 2">
            <a:extLst>
              <a:ext uri="{FF2B5EF4-FFF2-40B4-BE49-F238E27FC236}">
                <a16:creationId xmlns:a16="http://schemas.microsoft.com/office/drawing/2014/main" id="{4E2FC5AF-32FF-5C1B-C2F6-08A393E64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88631"/>
              </p:ext>
            </p:extLst>
          </p:nvPr>
        </p:nvGraphicFramePr>
        <p:xfrm>
          <a:off x="1334557" y="1511086"/>
          <a:ext cx="9675285" cy="480398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35057">
                  <a:extLst>
                    <a:ext uri="{9D8B030D-6E8A-4147-A177-3AD203B41FA5}">
                      <a16:colId xmlns:a16="http://schemas.microsoft.com/office/drawing/2014/main" val="3901434246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3096366247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206502526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3124077479"/>
                    </a:ext>
                  </a:extLst>
                </a:gridCol>
                <a:gridCol w="1935057">
                  <a:extLst>
                    <a:ext uri="{9D8B030D-6E8A-4147-A177-3AD203B41FA5}">
                      <a16:colId xmlns:a16="http://schemas.microsoft.com/office/drawing/2014/main" val="3600903465"/>
                    </a:ext>
                  </a:extLst>
                </a:gridCol>
              </a:tblGrid>
              <a:tr h="423791">
                <a:tc>
                  <a:txBody>
                    <a:bodyPr/>
                    <a:lstStyle/>
                    <a:p>
                      <a:r>
                        <a:rPr lang="fr-FR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Silhouette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Cluster </a:t>
                      </a:r>
                      <a:r>
                        <a:rPr lang="fr-FR" dirty="0" err="1"/>
                        <a:t>number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696803"/>
                  </a:ext>
                </a:extLst>
              </a:tr>
              <a:tr h="423791">
                <a:tc>
                  <a:txBody>
                    <a:bodyPr/>
                    <a:lstStyle/>
                    <a:p>
                      <a:r>
                        <a:rPr lang="fr-FR" b="1" dirty="0" err="1">
                          <a:solidFill>
                            <a:srgbClr val="00B050"/>
                          </a:solidFill>
                        </a:rPr>
                        <a:t>Kmeans</a:t>
                      </a:r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RFM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694757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RFM + </a:t>
                      </a:r>
                      <a:r>
                        <a:rPr lang="fr-FR" dirty="0" err="1"/>
                        <a:t>review</a:t>
                      </a:r>
                      <a:r>
                        <a:rPr lang="fr-FR" dirty="0"/>
                        <a:t>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Worse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silhouette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597651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FM + </a:t>
                      </a:r>
                      <a:r>
                        <a:rPr lang="fr-FR" dirty="0" err="1"/>
                        <a:t>review</a:t>
                      </a:r>
                      <a:r>
                        <a:rPr lang="fr-FR" dirty="0"/>
                        <a:t> score + comment </a:t>
                      </a:r>
                      <a:r>
                        <a:rPr lang="fr-FR" dirty="0" err="1"/>
                        <a:t>freq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3 clusters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930684"/>
                  </a:ext>
                </a:extLst>
              </a:tr>
              <a:tr h="423791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Score RFM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No 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improvment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438493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/>
                        <a:t>Kmeans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Score RFM + </a:t>
                      </a:r>
                      <a:r>
                        <a:rPr lang="fr-FR" dirty="0" err="1"/>
                        <a:t>review</a:t>
                      </a:r>
                      <a:r>
                        <a:rPr lang="fr-FR" dirty="0"/>
                        <a:t>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No clustering 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with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Monetary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152637"/>
                  </a:ext>
                </a:extLst>
              </a:tr>
              <a:tr h="423791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OPTICS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RFM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Outliers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07015"/>
                  </a:ext>
                </a:extLst>
              </a:tr>
              <a:tr h="731475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Agglomerative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clustering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RFM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Need sampling</a:t>
                      </a:r>
                    </a:p>
                  </a:txBody>
                  <a:tcPr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30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479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A91105-1E72-70EF-BC96-FEB27991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Selected</a:t>
            </a:r>
            <a:r>
              <a:rPr lang="fr-FR" dirty="0"/>
              <a:t> 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82FD6-71D4-8C80-8515-06596DCE0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Kmeans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first RFM datas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1F60B06-BC3A-FABD-8AB2-666046C54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566" y="523875"/>
            <a:ext cx="57531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BE98E83-FDF7-65FF-2995-D6FEE8F0D83A}"/>
              </a:ext>
            </a:extLst>
          </p:cNvPr>
          <p:cNvSpPr txBox="1"/>
          <p:nvPr/>
        </p:nvSpPr>
        <p:spPr>
          <a:xfrm>
            <a:off x="1023938" y="2900646"/>
            <a:ext cx="46243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Yellow : High </a:t>
            </a:r>
            <a:r>
              <a:rPr lang="fr-FR" dirty="0" err="1"/>
              <a:t>frequency</a:t>
            </a:r>
            <a:endParaRPr lang="fr-FR" dirty="0"/>
          </a:p>
          <a:p>
            <a:r>
              <a:rPr lang="fr-FR" dirty="0" err="1"/>
              <a:t>Purple</a:t>
            </a:r>
            <a:r>
              <a:rPr lang="fr-FR" dirty="0"/>
              <a:t> : High </a:t>
            </a:r>
            <a:r>
              <a:rPr lang="fr-FR" dirty="0" err="1"/>
              <a:t>monetary</a:t>
            </a:r>
            <a:endParaRPr lang="fr-FR" dirty="0"/>
          </a:p>
          <a:p>
            <a:r>
              <a:rPr lang="fr-FR" dirty="0"/>
              <a:t>Blue : Last </a:t>
            </a:r>
            <a:r>
              <a:rPr lang="fr-FR" dirty="0" err="1"/>
              <a:t>order</a:t>
            </a:r>
            <a:r>
              <a:rPr lang="fr-FR" dirty="0"/>
              <a:t> </a:t>
            </a:r>
            <a:r>
              <a:rPr lang="fr-FR" dirty="0" err="1"/>
              <a:t>recent</a:t>
            </a:r>
            <a:endParaRPr lang="fr-FR" dirty="0"/>
          </a:p>
          <a:p>
            <a:r>
              <a:rPr lang="fr-FR" dirty="0"/>
              <a:t>Vert : Last </a:t>
            </a:r>
            <a:r>
              <a:rPr lang="fr-FR" dirty="0" err="1"/>
              <a:t>order</a:t>
            </a:r>
            <a:r>
              <a:rPr lang="fr-FR" dirty="0"/>
              <a:t> </a:t>
            </a:r>
            <a:r>
              <a:rPr lang="fr-FR" dirty="0" err="1"/>
              <a:t>old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2604A67-3EB0-72A4-A062-C08043EDED75}"/>
              </a:ext>
            </a:extLst>
          </p:cNvPr>
          <p:cNvSpPr txBox="1"/>
          <p:nvPr/>
        </p:nvSpPr>
        <p:spPr>
          <a:xfrm>
            <a:off x="1714500" y="4886502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</a:t>
            </a:r>
            <a:r>
              <a:rPr lang="fr-FR" dirty="0" err="1"/>
              <a:t>stability</a:t>
            </a:r>
            <a:r>
              <a:rPr lang="fr-FR" dirty="0"/>
              <a:t> OK</a:t>
            </a:r>
          </a:p>
        </p:txBody>
      </p:sp>
    </p:spTree>
    <p:extLst>
      <p:ext uri="{BB962C8B-B14F-4D97-AF65-F5344CB8AC3E}">
        <p14:creationId xmlns:p14="http://schemas.microsoft.com/office/powerpoint/2010/main" val="3468539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3EF833-4806-1CED-2584-8B0CAF62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FR" sz="3300"/>
              <a:t>Cluster </a:t>
            </a:r>
            <a:r>
              <a:rPr lang="fr-FR" sz="3300" err="1"/>
              <a:t>interpretation</a:t>
            </a:r>
            <a:endParaRPr lang="fr-FR" sz="330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770CA4-B508-7396-7BD0-07E1B88BFB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8106278" y="1913599"/>
            <a:ext cx="3697478" cy="369747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85553EA-0285-DF57-6321-E56C8A2ED3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4247261" y="1913599"/>
            <a:ext cx="3697478" cy="3697478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0290A1D6-4B4A-4AC9-D51E-218A822AD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8244" y="1921238"/>
            <a:ext cx="3697478" cy="3689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424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A81C0A-F3AF-2D2D-535C-EAFEAFF8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Maintenance</a:t>
            </a:r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9759AAF7-7313-DFC1-5E49-297850038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872955"/>
              </p:ext>
            </p:extLst>
          </p:nvPr>
        </p:nvGraphicFramePr>
        <p:xfrm>
          <a:off x="1866900" y="504825"/>
          <a:ext cx="7839075" cy="292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AA6590B-B77E-CACA-69A4-7ABEEB5D3299}"/>
              </a:ext>
            </a:extLst>
          </p:cNvPr>
          <p:cNvSpPr/>
          <p:nvPr/>
        </p:nvSpPr>
        <p:spPr>
          <a:xfrm>
            <a:off x="2171954" y="5486399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RFM_t0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E8FC0E1-4776-4D28-D798-B7F94537414C}"/>
              </a:ext>
            </a:extLst>
          </p:cNvPr>
          <p:cNvSpPr/>
          <p:nvPr/>
        </p:nvSpPr>
        <p:spPr>
          <a:xfrm>
            <a:off x="4986337" y="5486400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RFM_t1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B86587E-AD69-B5FA-02A6-B9AE68EC3A2B}"/>
              </a:ext>
            </a:extLst>
          </p:cNvPr>
          <p:cNvSpPr/>
          <p:nvPr/>
        </p:nvSpPr>
        <p:spPr>
          <a:xfrm>
            <a:off x="7800720" y="5486400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RFM_t2</a:t>
            </a:r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44B75951-D2B4-47E5-F3CF-FFD0B2359D39}"/>
              </a:ext>
            </a:extLst>
          </p:cNvPr>
          <p:cNvSpPr/>
          <p:nvPr/>
        </p:nvSpPr>
        <p:spPr>
          <a:xfrm>
            <a:off x="5577840" y="2489200"/>
            <a:ext cx="416528" cy="32613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 descr="Base de données">
            <a:extLst>
              <a:ext uri="{FF2B5EF4-FFF2-40B4-BE49-F238E27FC236}">
                <a16:creationId xmlns:a16="http://schemas.microsoft.com/office/drawing/2014/main" id="{0A6BC62C-44E2-2BFC-620D-AF58D7D75D08}"/>
              </a:ext>
            </a:extLst>
          </p:cNvPr>
          <p:cNvSpPr/>
          <p:nvPr/>
        </p:nvSpPr>
        <p:spPr>
          <a:xfrm>
            <a:off x="4529510" y="3054952"/>
            <a:ext cx="2513188" cy="1934386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Flèche : courbe vers la gauche 12">
            <a:extLst>
              <a:ext uri="{FF2B5EF4-FFF2-40B4-BE49-F238E27FC236}">
                <a16:creationId xmlns:a16="http://schemas.microsoft.com/office/drawing/2014/main" id="{E2691E28-E891-7516-36F7-1C0FBC93EA25}"/>
              </a:ext>
            </a:extLst>
          </p:cNvPr>
          <p:cNvSpPr/>
          <p:nvPr/>
        </p:nvSpPr>
        <p:spPr>
          <a:xfrm>
            <a:off x="3719235" y="2386013"/>
            <a:ext cx="727852" cy="351472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Flèche : courbe vers la gauche 13">
            <a:extLst>
              <a:ext uri="{FF2B5EF4-FFF2-40B4-BE49-F238E27FC236}">
                <a16:creationId xmlns:a16="http://schemas.microsoft.com/office/drawing/2014/main" id="{86BACCAB-C9C3-7E1F-4D95-0E68C6C782BF}"/>
              </a:ext>
            </a:extLst>
          </p:cNvPr>
          <p:cNvSpPr/>
          <p:nvPr/>
        </p:nvSpPr>
        <p:spPr>
          <a:xfrm rot="10800000" flipV="1">
            <a:off x="7125787" y="2386013"/>
            <a:ext cx="727852" cy="351472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97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èche : courbe vers la gauche 18">
            <a:extLst>
              <a:ext uri="{FF2B5EF4-FFF2-40B4-BE49-F238E27FC236}">
                <a16:creationId xmlns:a16="http://schemas.microsoft.com/office/drawing/2014/main" id="{6A551C30-C6B3-47BE-F5C1-498CAF77E0DA}"/>
              </a:ext>
            </a:extLst>
          </p:cNvPr>
          <p:cNvSpPr/>
          <p:nvPr/>
        </p:nvSpPr>
        <p:spPr>
          <a:xfrm flipH="1">
            <a:off x="8917252" y="1930400"/>
            <a:ext cx="894291" cy="4089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83D7EC-7FFB-167A-36E0-80A35083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Maintenance</a:t>
            </a:r>
          </a:p>
        </p:txBody>
      </p:sp>
      <p:sp>
        <p:nvSpPr>
          <p:cNvPr id="8" name="Flèche : courbe vers la gauche 7">
            <a:extLst>
              <a:ext uri="{FF2B5EF4-FFF2-40B4-BE49-F238E27FC236}">
                <a16:creationId xmlns:a16="http://schemas.microsoft.com/office/drawing/2014/main" id="{2BBADCA3-6DC8-16F4-15AD-2D90470BA72E}"/>
              </a:ext>
            </a:extLst>
          </p:cNvPr>
          <p:cNvSpPr/>
          <p:nvPr/>
        </p:nvSpPr>
        <p:spPr>
          <a:xfrm>
            <a:off x="1981200" y="1930400"/>
            <a:ext cx="819150" cy="4089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C69FDBE-E2AC-4A35-4BCF-37BDF0964B8B}"/>
              </a:ext>
            </a:extLst>
          </p:cNvPr>
          <p:cNvSpPr/>
          <p:nvPr/>
        </p:nvSpPr>
        <p:spPr>
          <a:xfrm>
            <a:off x="381000" y="1571625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RFM_t0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E8AE120-146F-71E0-01CF-DD7F8B54E618}"/>
              </a:ext>
            </a:extLst>
          </p:cNvPr>
          <p:cNvSpPr/>
          <p:nvPr/>
        </p:nvSpPr>
        <p:spPr>
          <a:xfrm>
            <a:off x="381000" y="5381625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Clusters_t0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6A66B67-BB01-5A6C-08F5-5C5CDC7070EA}"/>
              </a:ext>
            </a:extLst>
          </p:cNvPr>
          <p:cNvSpPr/>
          <p:nvPr/>
        </p:nvSpPr>
        <p:spPr>
          <a:xfrm>
            <a:off x="9737115" y="5586414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Clusters_t1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2DD3FC2-5869-0302-9FB1-25C66294F87E}"/>
              </a:ext>
            </a:extLst>
          </p:cNvPr>
          <p:cNvGraphicFramePr/>
          <p:nvPr/>
        </p:nvGraphicFramePr>
        <p:xfrm>
          <a:off x="2439987" y="2365375"/>
          <a:ext cx="70834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90B04F1-9812-13F0-0EE5-2090EA3A6810}"/>
              </a:ext>
            </a:extLst>
          </p:cNvPr>
          <p:cNvSpPr/>
          <p:nvPr/>
        </p:nvSpPr>
        <p:spPr>
          <a:xfrm>
            <a:off x="9158160" y="1182688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RFM_t1</a:t>
            </a:r>
          </a:p>
        </p:txBody>
      </p:sp>
    </p:spTree>
    <p:extLst>
      <p:ext uri="{BB962C8B-B14F-4D97-AF65-F5344CB8AC3E}">
        <p14:creationId xmlns:p14="http://schemas.microsoft.com/office/powerpoint/2010/main" val="1841325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3D7EC-7FFB-167A-36E0-80A35083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Maintenance</a:t>
            </a:r>
          </a:p>
        </p:txBody>
      </p:sp>
      <p:sp>
        <p:nvSpPr>
          <p:cNvPr id="8" name="Flèche : courbe vers la gauche 7">
            <a:extLst>
              <a:ext uri="{FF2B5EF4-FFF2-40B4-BE49-F238E27FC236}">
                <a16:creationId xmlns:a16="http://schemas.microsoft.com/office/drawing/2014/main" id="{2BBADCA3-6DC8-16F4-15AD-2D90470BA72E}"/>
              </a:ext>
            </a:extLst>
          </p:cNvPr>
          <p:cNvSpPr/>
          <p:nvPr/>
        </p:nvSpPr>
        <p:spPr>
          <a:xfrm>
            <a:off x="1981200" y="1930400"/>
            <a:ext cx="819150" cy="4089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C69FDBE-E2AC-4A35-4BCF-37BDF0964B8B}"/>
              </a:ext>
            </a:extLst>
          </p:cNvPr>
          <p:cNvSpPr/>
          <p:nvPr/>
        </p:nvSpPr>
        <p:spPr>
          <a:xfrm>
            <a:off x="381000" y="1571625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RFM_t0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E8AE120-146F-71E0-01CF-DD7F8B54E618}"/>
              </a:ext>
            </a:extLst>
          </p:cNvPr>
          <p:cNvSpPr/>
          <p:nvPr/>
        </p:nvSpPr>
        <p:spPr>
          <a:xfrm>
            <a:off x="381000" y="5381625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Clusters_t0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6A66B67-BB01-5A6C-08F5-5C5CDC7070EA}"/>
              </a:ext>
            </a:extLst>
          </p:cNvPr>
          <p:cNvSpPr/>
          <p:nvPr/>
        </p:nvSpPr>
        <p:spPr>
          <a:xfrm>
            <a:off x="9737115" y="5586414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Clusters_t1</a:t>
            </a:r>
          </a:p>
        </p:txBody>
      </p:sp>
      <p:sp>
        <p:nvSpPr>
          <p:cNvPr id="20" name="Flèche : virage 19">
            <a:extLst>
              <a:ext uri="{FF2B5EF4-FFF2-40B4-BE49-F238E27FC236}">
                <a16:creationId xmlns:a16="http://schemas.microsoft.com/office/drawing/2014/main" id="{461AB8EB-2A65-A64D-023A-3898A6085B01}"/>
              </a:ext>
            </a:extLst>
          </p:cNvPr>
          <p:cNvSpPr/>
          <p:nvPr/>
        </p:nvSpPr>
        <p:spPr>
          <a:xfrm rot="5400000" flipV="1">
            <a:off x="4697106" y="1669213"/>
            <a:ext cx="4743453" cy="4186327"/>
          </a:xfrm>
          <a:prstGeom prst="bentArrow">
            <a:avLst>
              <a:gd name="adj1" fmla="val 7025"/>
              <a:gd name="adj2" fmla="val 8277"/>
              <a:gd name="adj3" fmla="val 10665"/>
              <a:gd name="adj4" fmla="val 4102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Flèche : courbe vers la gauche 18">
            <a:extLst>
              <a:ext uri="{FF2B5EF4-FFF2-40B4-BE49-F238E27FC236}">
                <a16:creationId xmlns:a16="http://schemas.microsoft.com/office/drawing/2014/main" id="{6A551C30-C6B3-47BE-F5C1-498CAF77E0DA}"/>
              </a:ext>
            </a:extLst>
          </p:cNvPr>
          <p:cNvSpPr/>
          <p:nvPr/>
        </p:nvSpPr>
        <p:spPr>
          <a:xfrm flipH="1">
            <a:off x="8917252" y="1930400"/>
            <a:ext cx="894291" cy="4089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2DD3FC2-5869-0302-9FB1-25C66294F87E}"/>
              </a:ext>
            </a:extLst>
          </p:cNvPr>
          <p:cNvGraphicFramePr/>
          <p:nvPr/>
        </p:nvGraphicFramePr>
        <p:xfrm>
          <a:off x="2439987" y="2365375"/>
          <a:ext cx="70834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7404591-B506-0EC3-D523-CC8F11582EF9}"/>
              </a:ext>
            </a:extLst>
          </p:cNvPr>
          <p:cNvSpPr/>
          <p:nvPr/>
        </p:nvSpPr>
        <p:spPr>
          <a:xfrm>
            <a:off x="5181599" y="5935662"/>
            <a:ext cx="1838326" cy="8667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Clusters_0_t1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90B04F1-9812-13F0-0EE5-2090EA3A6810}"/>
              </a:ext>
            </a:extLst>
          </p:cNvPr>
          <p:cNvSpPr/>
          <p:nvPr/>
        </p:nvSpPr>
        <p:spPr>
          <a:xfrm>
            <a:off x="9158160" y="1182688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RFM_t1</a:t>
            </a:r>
          </a:p>
        </p:txBody>
      </p:sp>
    </p:spTree>
    <p:extLst>
      <p:ext uri="{BB962C8B-B14F-4D97-AF65-F5344CB8AC3E}">
        <p14:creationId xmlns:p14="http://schemas.microsoft.com/office/powerpoint/2010/main" val="422076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3D7EC-7FFB-167A-36E0-80A35083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Maintenance</a:t>
            </a:r>
          </a:p>
        </p:txBody>
      </p:sp>
      <p:sp>
        <p:nvSpPr>
          <p:cNvPr id="8" name="Flèche : courbe vers la gauche 7">
            <a:extLst>
              <a:ext uri="{FF2B5EF4-FFF2-40B4-BE49-F238E27FC236}">
                <a16:creationId xmlns:a16="http://schemas.microsoft.com/office/drawing/2014/main" id="{2BBADCA3-6DC8-16F4-15AD-2D90470BA72E}"/>
              </a:ext>
            </a:extLst>
          </p:cNvPr>
          <p:cNvSpPr/>
          <p:nvPr/>
        </p:nvSpPr>
        <p:spPr>
          <a:xfrm>
            <a:off x="1981200" y="1930400"/>
            <a:ext cx="819150" cy="4089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C69FDBE-E2AC-4A35-4BCF-37BDF0964B8B}"/>
              </a:ext>
            </a:extLst>
          </p:cNvPr>
          <p:cNvSpPr/>
          <p:nvPr/>
        </p:nvSpPr>
        <p:spPr>
          <a:xfrm>
            <a:off x="381000" y="1571625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RFM_t0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E8AE120-146F-71E0-01CF-DD7F8B54E618}"/>
              </a:ext>
            </a:extLst>
          </p:cNvPr>
          <p:cNvSpPr/>
          <p:nvPr/>
        </p:nvSpPr>
        <p:spPr>
          <a:xfrm>
            <a:off x="381000" y="5381625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Clusters_t0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6A66B67-BB01-5A6C-08F5-5C5CDC7070EA}"/>
              </a:ext>
            </a:extLst>
          </p:cNvPr>
          <p:cNvSpPr/>
          <p:nvPr/>
        </p:nvSpPr>
        <p:spPr>
          <a:xfrm>
            <a:off x="9737115" y="5586414"/>
            <a:ext cx="1600200" cy="86677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Clusters_t1</a:t>
            </a:r>
          </a:p>
        </p:txBody>
      </p:sp>
      <p:sp>
        <p:nvSpPr>
          <p:cNvPr id="20" name="Flèche : virage 19">
            <a:extLst>
              <a:ext uri="{FF2B5EF4-FFF2-40B4-BE49-F238E27FC236}">
                <a16:creationId xmlns:a16="http://schemas.microsoft.com/office/drawing/2014/main" id="{461AB8EB-2A65-A64D-023A-3898A6085B01}"/>
              </a:ext>
            </a:extLst>
          </p:cNvPr>
          <p:cNvSpPr/>
          <p:nvPr/>
        </p:nvSpPr>
        <p:spPr>
          <a:xfrm rot="5400000" flipV="1">
            <a:off x="4697106" y="1669213"/>
            <a:ext cx="4743453" cy="4186327"/>
          </a:xfrm>
          <a:prstGeom prst="bentArrow">
            <a:avLst>
              <a:gd name="adj1" fmla="val 7025"/>
              <a:gd name="adj2" fmla="val 8277"/>
              <a:gd name="adj3" fmla="val 10665"/>
              <a:gd name="adj4" fmla="val 4102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Flèche : courbe vers la gauche 18">
            <a:extLst>
              <a:ext uri="{FF2B5EF4-FFF2-40B4-BE49-F238E27FC236}">
                <a16:creationId xmlns:a16="http://schemas.microsoft.com/office/drawing/2014/main" id="{6A551C30-C6B3-47BE-F5C1-498CAF77E0DA}"/>
              </a:ext>
            </a:extLst>
          </p:cNvPr>
          <p:cNvSpPr/>
          <p:nvPr/>
        </p:nvSpPr>
        <p:spPr>
          <a:xfrm flipH="1">
            <a:off x="8917252" y="1930400"/>
            <a:ext cx="894291" cy="4089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02DD3FC2-5869-0302-9FB1-25C66294F87E}"/>
              </a:ext>
            </a:extLst>
          </p:cNvPr>
          <p:cNvGraphicFramePr/>
          <p:nvPr/>
        </p:nvGraphicFramePr>
        <p:xfrm>
          <a:off x="2439987" y="2365375"/>
          <a:ext cx="70834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7404591-B506-0EC3-D523-CC8F11582EF9}"/>
              </a:ext>
            </a:extLst>
          </p:cNvPr>
          <p:cNvSpPr/>
          <p:nvPr/>
        </p:nvSpPr>
        <p:spPr>
          <a:xfrm>
            <a:off x="5181599" y="5935662"/>
            <a:ext cx="1838326" cy="8667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Clusters_0_t1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90B04F1-9812-13F0-0EE5-2090EA3A6810}"/>
              </a:ext>
            </a:extLst>
          </p:cNvPr>
          <p:cNvSpPr/>
          <p:nvPr/>
        </p:nvSpPr>
        <p:spPr>
          <a:xfrm>
            <a:off x="9158160" y="1182688"/>
            <a:ext cx="1600200" cy="866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RFM_t1</a:t>
            </a:r>
          </a:p>
        </p:txBody>
      </p:sp>
    </p:spTree>
    <p:extLst>
      <p:ext uri="{BB962C8B-B14F-4D97-AF65-F5344CB8AC3E}">
        <p14:creationId xmlns:p14="http://schemas.microsoft.com/office/powerpoint/2010/main" val="1716954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3D7EC-7FFB-167A-36E0-80A35083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Maintenance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7C11D0-5D22-C02E-DBA1-86E287754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15" y="1575437"/>
            <a:ext cx="65532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DAE2C37-9632-6345-0A1F-F89A661D1C75}"/>
              </a:ext>
            </a:extLst>
          </p:cNvPr>
          <p:cNvSpPr/>
          <p:nvPr/>
        </p:nvSpPr>
        <p:spPr>
          <a:xfrm>
            <a:off x="7671436" y="956312"/>
            <a:ext cx="2400300" cy="123825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ARI &lt; 0.8</a:t>
            </a:r>
          </a:p>
          <a:p>
            <a:pPr algn="ctr"/>
            <a:r>
              <a:rPr lang="fr-FR" dirty="0"/>
              <a:t>8 </a:t>
            </a:r>
            <a:r>
              <a:rPr lang="fr-FR" dirty="0" err="1"/>
              <a:t>weeks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5620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DA27254-207B-4B52-973B-03A6D7C25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2E5010-1DB0-61FD-4290-C7CF0AE05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fr-FR" sz="4400"/>
              <a:t>Conclusion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3358E8-FEB4-4E5C-903A-92C75E6B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5FE9BA5-5847-4FF3-960A-4E3AC28E3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6D98C19-CACB-4DEB-9AA7-5E1D776DB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EA0C28F-AA7D-46C7-8D8A-CE97E7EB0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0B7A449-3821-4275-97E9-6B1FF91D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15285ED-C1E9-4539-9551-2D9D3B89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A57A772B-029C-402F-8961-04AD1B611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43A98072-A351-47FB-8807-1EEDBF77E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BC2C561-1ADE-495B-A04A-92DE414F5D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E633B79-4994-47EC-9479-56BA3E3A5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6188152-70CA-4742-AA0D-863A7FDB4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94B6B86E-6F90-37F4-03FD-C0D65066B8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116059"/>
              </p:ext>
            </p:extLst>
          </p:nvPr>
        </p:nvGraphicFramePr>
        <p:xfrm>
          <a:off x="4876847" y="944563"/>
          <a:ext cx="6656769" cy="4921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7487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89362109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Metadata/LabelInfo.xml><?xml version="1.0" encoding="utf-8"?>
<clbl:labelList xmlns:clbl="http://schemas.microsoft.com/office/2020/mipLabelMetadata">
  <clbl:label id="{c135c4ba-2280-41f8-be7d-6f21d368baa3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542</Words>
  <Application>Microsoft Office PowerPoint</Application>
  <PresentationFormat>Grand écran</PresentationFormat>
  <Paragraphs>223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Trebuchet MS</vt:lpstr>
      <vt:lpstr>Wingdings 3</vt:lpstr>
      <vt:lpstr>Facette</vt:lpstr>
      <vt:lpstr>P5 : Segmentez des clients d’un site e-commerce</vt:lpstr>
      <vt:lpstr>Context</vt:lpstr>
      <vt:lpstr>DataSet presentation</vt:lpstr>
      <vt:lpstr>Cleaning - selection</vt:lpstr>
      <vt:lpstr>Feature engineering for RFM</vt:lpstr>
      <vt:lpstr>Exploratory analysis</vt:lpstr>
      <vt:lpstr>Exploratory analysis</vt:lpstr>
      <vt:lpstr>Modelisation</vt:lpstr>
      <vt:lpstr>3 modelisations</vt:lpstr>
      <vt:lpstr>DBScan model</vt:lpstr>
      <vt:lpstr>Clustering Hierachic Algorithm</vt:lpstr>
      <vt:lpstr>Models</vt:lpstr>
      <vt:lpstr>Modelisations</vt:lpstr>
      <vt:lpstr>Modelisations</vt:lpstr>
      <vt:lpstr>Modelisations</vt:lpstr>
      <vt:lpstr>Modelisations</vt:lpstr>
      <vt:lpstr>Modelisations</vt:lpstr>
      <vt:lpstr>Modelisations</vt:lpstr>
      <vt:lpstr>Models</vt:lpstr>
      <vt:lpstr>Selected model</vt:lpstr>
      <vt:lpstr>Cluster interpretation</vt:lpstr>
      <vt:lpstr>Maintenance</vt:lpstr>
      <vt:lpstr>Maintenance</vt:lpstr>
      <vt:lpstr>Maintenance</vt:lpstr>
      <vt:lpstr>Maintenance</vt:lpstr>
      <vt:lpstr>Maintenance</vt:lpstr>
      <vt:lpstr>Conclusion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: Concevez une application au service de la santé publique</dc:title>
  <dc:creator>Aline</dc:creator>
  <cp:lastModifiedBy>PILLIOT Aline (ENGIE IT)</cp:lastModifiedBy>
  <cp:revision>187</cp:revision>
  <dcterms:created xsi:type="dcterms:W3CDTF">2022-07-01T09:05:52Z</dcterms:created>
  <dcterms:modified xsi:type="dcterms:W3CDTF">2022-12-10T08:42:43Z</dcterms:modified>
</cp:coreProperties>
</file>